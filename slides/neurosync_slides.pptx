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60" r:id="rId5"/>
    <p:sldId id="261" r:id="rId6"/>
    <p:sldId id="262" r:id="rId7"/>
    <p:sldId id="259" r:id="rId8"/>
    <p:sldId id="263" r:id="rId9"/>
    <p:sldId id="264" r:id="rId10"/>
    <p:sldId id="265" r:id="rId11"/>
    <p:sldId id="266" r:id="rId12"/>
    <p:sldId id="267" r:id="rId13"/>
    <p:sldId id="269" r:id="rId14"/>
    <p:sldId id="270" r:id="rId15"/>
    <p:sldId id="268" r:id="rId16"/>
    <p:sldId id="271" r:id="rId17"/>
    <p:sldId id="272" r:id="rId18"/>
    <p:sldId id="275" r:id="rId19"/>
    <p:sldId id="286" r:id="rId20"/>
    <p:sldId id="273" r:id="rId21"/>
    <p:sldId id="274" r:id="rId22"/>
    <p:sldId id="276" r:id="rId23"/>
    <p:sldId id="277" r:id="rId24"/>
    <p:sldId id="278" r:id="rId25"/>
    <p:sldId id="279" r:id="rId26"/>
    <p:sldId id="280" r:id="rId27"/>
    <p:sldId id="281" r:id="rId28"/>
    <p:sldId id="282" r:id="rId29"/>
    <p:sldId id="283" r:id="rId30"/>
    <p:sldId id="284" r:id="rId31"/>
    <p:sldId id="285"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B858"/>
    <a:srgbClr val="9B5F6B"/>
    <a:srgbClr val="FFFF99"/>
    <a:srgbClr val="A5CB83"/>
    <a:srgbClr val="6A9741"/>
    <a:srgbClr val="814F59"/>
    <a:srgbClr val="6D9C42"/>
    <a:srgbClr val="56343A"/>
    <a:srgbClr val="6B4149"/>
    <a:srgbClr val="4D6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1B538B-269D-427E-AF5E-7F86E1DEDB83}" v="1947" dt="2026-10-07T18:24:54.899"/>
    <p1510:client id="{DF7E80A4-00A2-4018-9168-AC8C9A5AF366}" v="3124" dt="2026-10-07T18:39:52.4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199" autoAdjust="0"/>
  </p:normalViewPr>
  <p:slideViewPr>
    <p:cSldViewPr snapToGrid="0">
      <p:cViewPr varScale="1">
        <p:scale>
          <a:sx n="95" d="100"/>
          <a:sy n="95" d="100"/>
        </p:scale>
        <p:origin x="119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ke Watson" userId="82288e9e-916d-45ff-b890-5df92c93dc25" providerId="ADAL" clId="{70B4D0D8-36C6-43BB-840D-F8352A2F3CD2}"/>
    <pc:docChg chg="undo custSel addSld delSld modSld sldOrd modMainMaster">
      <pc:chgData name="Luke Watson" userId="82288e9e-916d-45ff-b890-5df92c93dc25" providerId="ADAL" clId="{70B4D0D8-36C6-43BB-840D-F8352A2F3CD2}" dt="2026-10-07T18:24:54.899" v="7301" actId="20577"/>
      <pc:docMkLst>
        <pc:docMk/>
      </pc:docMkLst>
      <pc:sldChg chg="modSp new del mod">
        <pc:chgData name="Luke Watson" userId="82288e9e-916d-45ff-b890-5df92c93dc25" providerId="ADAL" clId="{70B4D0D8-36C6-43BB-840D-F8352A2F3CD2}" dt="2026-10-06T03:16:45.562" v="103" actId="680"/>
        <pc:sldMkLst>
          <pc:docMk/>
          <pc:sldMk cId="2431475607" sldId="256"/>
        </pc:sldMkLst>
        <pc:spChg chg="mod">
          <ac:chgData name="Luke Watson" userId="82288e9e-916d-45ff-b890-5df92c93dc25" providerId="ADAL" clId="{70B4D0D8-36C6-43BB-840D-F8352A2F3CD2}" dt="2026-10-06T03:16:45.148" v="102" actId="20577"/>
          <ac:spMkLst>
            <pc:docMk/>
            <pc:sldMk cId="2431475607" sldId="256"/>
            <ac:spMk id="3" creationId="{82711DD7-226E-A742-EB44-A00CAA303A53}"/>
          </ac:spMkLst>
        </pc:spChg>
      </pc:sldChg>
      <pc:sldChg chg="addSp delSp modSp add del mod">
        <pc:chgData name="Luke Watson" userId="82288e9e-916d-45ff-b890-5df92c93dc25" providerId="ADAL" clId="{70B4D0D8-36C6-43BB-840D-F8352A2F3CD2}" dt="2026-10-06T15:59:29.214" v="434" actId="14100"/>
        <pc:sldMkLst>
          <pc:docMk/>
          <pc:sldMk cId="2730663033" sldId="256"/>
        </pc:sldMkLst>
        <pc:spChg chg="mod">
          <ac:chgData name="Luke Watson" userId="82288e9e-916d-45ff-b890-5df92c93dc25" providerId="ADAL" clId="{70B4D0D8-36C6-43BB-840D-F8352A2F3CD2}" dt="2026-10-06T15:15:26.234" v="126" actId="1037"/>
          <ac:spMkLst>
            <pc:docMk/>
            <pc:sldMk cId="2730663033" sldId="256"/>
            <ac:spMk id="2" creationId="{772F1493-D6C5-38AA-FAB4-BE6468EF1657}"/>
          </ac:spMkLst>
        </pc:spChg>
        <pc:spChg chg="mod">
          <ac:chgData name="Luke Watson" userId="82288e9e-916d-45ff-b890-5df92c93dc25" providerId="ADAL" clId="{70B4D0D8-36C6-43BB-840D-F8352A2F3CD2}" dt="2026-10-06T15:19:51.223" v="174" actId="1076"/>
          <ac:spMkLst>
            <pc:docMk/>
            <pc:sldMk cId="2730663033" sldId="256"/>
            <ac:spMk id="3" creationId="{DEC289A4-7C3C-203C-9BCC-540221523993}"/>
          </ac:spMkLst>
        </pc:spChg>
        <pc:spChg chg="add del mod">
          <ac:chgData name="Luke Watson" userId="82288e9e-916d-45ff-b890-5df92c93dc25" providerId="ADAL" clId="{70B4D0D8-36C6-43BB-840D-F8352A2F3CD2}" dt="2026-10-06T03:11:30.215" v="80"/>
          <ac:spMkLst>
            <pc:docMk/>
            <pc:sldMk cId="2730663033" sldId="256"/>
            <ac:spMk id="4" creationId="{FE152D0F-B93D-33F0-AB05-BDE21F0CCC46}"/>
          </ac:spMkLst>
        </pc:spChg>
        <pc:spChg chg="add mod">
          <ac:chgData name="Luke Watson" userId="82288e9e-916d-45ff-b890-5df92c93dc25" providerId="ADAL" clId="{70B4D0D8-36C6-43BB-840D-F8352A2F3CD2}" dt="2026-10-06T15:50:34.761" v="288" actId="14100"/>
          <ac:spMkLst>
            <pc:docMk/>
            <pc:sldMk cId="2730663033" sldId="256"/>
            <ac:spMk id="10" creationId="{FFDF6E84-27E7-D6E8-76A4-AA23C58A4A4D}"/>
          </ac:spMkLst>
        </pc:spChg>
        <pc:spChg chg="add mod ord">
          <ac:chgData name="Luke Watson" userId="82288e9e-916d-45ff-b890-5df92c93dc25" providerId="ADAL" clId="{70B4D0D8-36C6-43BB-840D-F8352A2F3CD2}" dt="2026-10-06T15:58:13.424" v="404" actId="164"/>
          <ac:spMkLst>
            <pc:docMk/>
            <pc:sldMk cId="2730663033" sldId="256"/>
            <ac:spMk id="14" creationId="{5AB6343E-B3EE-43FE-19A7-A5D526B08557}"/>
          </ac:spMkLst>
        </pc:spChg>
        <pc:spChg chg="add mod">
          <ac:chgData name="Luke Watson" userId="82288e9e-916d-45ff-b890-5df92c93dc25" providerId="ADAL" clId="{70B4D0D8-36C6-43BB-840D-F8352A2F3CD2}" dt="2026-10-06T15:59:29.214" v="434" actId="14100"/>
          <ac:spMkLst>
            <pc:docMk/>
            <pc:sldMk cId="2730663033" sldId="256"/>
            <ac:spMk id="16" creationId="{1783642E-B3B1-E72E-BCF4-BB373119D32C}"/>
          </ac:spMkLst>
        </pc:spChg>
        <pc:grpChg chg="add mod">
          <ac:chgData name="Luke Watson" userId="82288e9e-916d-45ff-b890-5df92c93dc25" providerId="ADAL" clId="{70B4D0D8-36C6-43BB-840D-F8352A2F3CD2}" dt="2026-10-06T15:50:39.323" v="289" actId="1076"/>
          <ac:grpSpMkLst>
            <pc:docMk/>
            <pc:sldMk cId="2730663033" sldId="256"/>
            <ac:grpSpMk id="11" creationId="{1515B10A-FF07-B819-B5DD-684D393680A3}"/>
          </ac:grpSpMkLst>
        </pc:grpChg>
        <pc:grpChg chg="add mod">
          <ac:chgData name="Luke Watson" userId="82288e9e-916d-45ff-b890-5df92c93dc25" providerId="ADAL" clId="{70B4D0D8-36C6-43BB-840D-F8352A2F3CD2}" dt="2026-10-06T15:58:16.788" v="405" actId="1076"/>
          <ac:grpSpMkLst>
            <pc:docMk/>
            <pc:sldMk cId="2730663033" sldId="256"/>
            <ac:grpSpMk id="15" creationId="{910A214C-058C-3B97-B3F7-886017AC5278}"/>
          </ac:grpSpMkLst>
        </pc:grpChg>
        <pc:picChg chg="add mod">
          <ac:chgData name="Luke Watson" userId="82288e9e-916d-45ff-b890-5df92c93dc25" providerId="ADAL" clId="{70B4D0D8-36C6-43BB-840D-F8352A2F3CD2}" dt="2026-10-06T15:26:11.474" v="229" actId="14100"/>
          <ac:picMkLst>
            <pc:docMk/>
            <pc:sldMk cId="2730663033" sldId="256"/>
            <ac:picMk id="7" creationId="{030899D5-28DB-3464-D69C-8C73829ADCDD}"/>
          </ac:picMkLst>
        </pc:picChg>
        <pc:picChg chg="add mod">
          <ac:chgData name="Luke Watson" userId="82288e9e-916d-45ff-b890-5df92c93dc25" providerId="ADAL" clId="{70B4D0D8-36C6-43BB-840D-F8352A2F3CD2}" dt="2026-10-06T15:50:10.685" v="284" actId="164"/>
          <ac:picMkLst>
            <pc:docMk/>
            <pc:sldMk cId="2730663033" sldId="256"/>
            <ac:picMk id="9" creationId="{DC0FC2C1-9A81-2157-43D0-C481B87F286B}"/>
          </ac:picMkLst>
        </pc:picChg>
        <pc:picChg chg="add mod">
          <ac:chgData name="Luke Watson" userId="82288e9e-916d-45ff-b890-5df92c93dc25" providerId="ADAL" clId="{70B4D0D8-36C6-43BB-840D-F8352A2F3CD2}" dt="2026-10-06T15:58:13.424" v="404" actId="164"/>
          <ac:picMkLst>
            <pc:docMk/>
            <pc:sldMk cId="2730663033" sldId="256"/>
            <ac:picMk id="13" creationId="{04E31385-5948-2FB4-14BF-AC0AAA0422C6}"/>
          </ac:picMkLst>
        </pc:picChg>
      </pc:sldChg>
      <pc:sldChg chg="modSp new mod">
        <pc:chgData name="Luke Watson" userId="82288e9e-916d-45ff-b890-5df92c93dc25" providerId="ADAL" clId="{70B4D0D8-36C6-43BB-840D-F8352A2F3CD2}" dt="2026-10-07T02:52:11.217" v="795" actId="207"/>
        <pc:sldMkLst>
          <pc:docMk/>
          <pc:sldMk cId="2153493667" sldId="257"/>
        </pc:sldMkLst>
        <pc:spChg chg="mod">
          <ac:chgData name="Luke Watson" userId="82288e9e-916d-45ff-b890-5df92c93dc25" providerId="ADAL" clId="{70B4D0D8-36C6-43BB-840D-F8352A2F3CD2}" dt="2026-10-06T16:03:42.587" v="794" actId="20577"/>
          <ac:spMkLst>
            <pc:docMk/>
            <pc:sldMk cId="2153493667" sldId="257"/>
            <ac:spMk id="2" creationId="{C4B6700F-F71C-8579-3790-BB169462EC2B}"/>
          </ac:spMkLst>
        </pc:spChg>
        <pc:spChg chg="mod">
          <ac:chgData name="Luke Watson" userId="82288e9e-916d-45ff-b890-5df92c93dc25" providerId="ADAL" clId="{70B4D0D8-36C6-43BB-840D-F8352A2F3CD2}" dt="2026-10-06T16:00:03.313" v="442" actId="20577"/>
          <ac:spMkLst>
            <pc:docMk/>
            <pc:sldMk cId="2153493667" sldId="257"/>
            <ac:spMk id="3" creationId="{E4AB652E-BDE0-7400-AC88-3249595EC040}"/>
          </ac:spMkLst>
        </pc:spChg>
        <pc:spChg chg="mod">
          <ac:chgData name="Luke Watson" userId="82288e9e-916d-45ff-b890-5df92c93dc25" providerId="ADAL" clId="{70B4D0D8-36C6-43BB-840D-F8352A2F3CD2}" dt="2026-10-07T02:52:11.217" v="795" actId="207"/>
          <ac:spMkLst>
            <pc:docMk/>
            <pc:sldMk cId="2153493667" sldId="257"/>
            <ac:spMk id="38" creationId="{0C2375B9-1966-7F6B-B893-A8F1F33DECEF}"/>
          </ac:spMkLst>
        </pc:spChg>
      </pc:sldChg>
      <pc:sldChg chg="modSp mod">
        <pc:chgData name="Luke Watson" userId="82288e9e-916d-45ff-b890-5df92c93dc25" providerId="ADAL" clId="{70B4D0D8-36C6-43BB-840D-F8352A2F3CD2}" dt="2026-10-07T02:52:42.814" v="822" actId="20577"/>
        <pc:sldMkLst>
          <pc:docMk/>
          <pc:sldMk cId="2473059104" sldId="259"/>
        </pc:sldMkLst>
        <pc:spChg chg="mod">
          <ac:chgData name="Luke Watson" userId="82288e9e-916d-45ff-b890-5df92c93dc25" providerId="ADAL" clId="{70B4D0D8-36C6-43BB-840D-F8352A2F3CD2}" dt="2026-10-07T02:52:42.814" v="822" actId="20577"/>
          <ac:spMkLst>
            <pc:docMk/>
            <pc:sldMk cId="2473059104" sldId="259"/>
            <ac:spMk id="3" creationId="{019C740F-5377-01CC-DB80-042866B277B3}"/>
          </ac:spMkLst>
        </pc:spChg>
      </pc:sldChg>
      <pc:sldChg chg="modAnim">
        <pc:chgData name="Luke Watson" userId="82288e9e-916d-45ff-b890-5df92c93dc25" providerId="ADAL" clId="{70B4D0D8-36C6-43BB-840D-F8352A2F3CD2}" dt="2026-10-07T03:10:48.920" v="1060"/>
        <pc:sldMkLst>
          <pc:docMk/>
          <pc:sldMk cId="3348500834" sldId="266"/>
        </pc:sldMkLst>
      </pc:sldChg>
      <pc:sldChg chg="addSp delSp modSp mod modAnim">
        <pc:chgData name="Luke Watson" userId="82288e9e-916d-45ff-b890-5df92c93dc25" providerId="ADAL" clId="{70B4D0D8-36C6-43BB-840D-F8352A2F3CD2}" dt="2026-10-07T03:06:15.612" v="1059"/>
        <pc:sldMkLst>
          <pc:docMk/>
          <pc:sldMk cId="181448885" sldId="267"/>
        </pc:sldMkLst>
        <pc:spChg chg="mod">
          <ac:chgData name="Luke Watson" userId="82288e9e-916d-45ff-b890-5df92c93dc25" providerId="ADAL" clId="{70B4D0D8-36C6-43BB-840D-F8352A2F3CD2}" dt="2026-10-07T03:02:53.539" v="957" actId="21"/>
          <ac:spMkLst>
            <pc:docMk/>
            <pc:sldMk cId="181448885" sldId="267"/>
            <ac:spMk id="2" creationId="{7F5DB127-1FDD-CB0C-BB0E-41EB7D4D28BE}"/>
          </ac:spMkLst>
        </pc:spChg>
        <pc:spChg chg="add mod ord topLvl">
          <ac:chgData name="Luke Watson" userId="82288e9e-916d-45ff-b890-5df92c93dc25" providerId="ADAL" clId="{70B4D0D8-36C6-43BB-840D-F8352A2F3CD2}" dt="2026-10-07T03:05:57.588" v="1054" actId="164"/>
          <ac:spMkLst>
            <pc:docMk/>
            <pc:sldMk cId="181448885" sldId="267"/>
            <ac:spMk id="5" creationId="{4199D440-59D4-79B0-23E5-0FB4ECA230F2}"/>
          </ac:spMkLst>
        </pc:spChg>
        <pc:spChg chg="add del mod topLvl">
          <ac:chgData name="Luke Watson" userId="82288e9e-916d-45ff-b890-5df92c93dc25" providerId="ADAL" clId="{70B4D0D8-36C6-43BB-840D-F8352A2F3CD2}" dt="2026-10-07T03:05:53.270" v="1053" actId="164"/>
          <ac:spMkLst>
            <pc:docMk/>
            <pc:sldMk cId="181448885" sldId="267"/>
            <ac:spMk id="11" creationId="{EAF00FEA-C80B-4A1A-54AD-C455DC9B83DB}"/>
          </ac:spMkLst>
        </pc:spChg>
        <pc:spChg chg="add mod">
          <ac:chgData name="Luke Watson" userId="82288e9e-916d-45ff-b890-5df92c93dc25" providerId="ADAL" clId="{70B4D0D8-36C6-43BB-840D-F8352A2F3CD2}" dt="2026-10-07T03:05:49.289" v="1052" actId="164"/>
          <ac:spMkLst>
            <pc:docMk/>
            <pc:sldMk cId="181448885" sldId="267"/>
            <ac:spMk id="13" creationId="{F0B1CBDC-1C31-2CEE-568A-E2C41368CD95}"/>
          </ac:spMkLst>
        </pc:spChg>
        <pc:grpChg chg="add del mod">
          <ac:chgData name="Luke Watson" userId="82288e9e-916d-45ff-b890-5df92c93dc25" providerId="ADAL" clId="{70B4D0D8-36C6-43BB-840D-F8352A2F3CD2}" dt="2026-10-07T03:00:46.303" v="937" actId="165"/>
          <ac:grpSpMkLst>
            <pc:docMk/>
            <pc:sldMk cId="181448885" sldId="267"/>
            <ac:grpSpMk id="7" creationId="{F69FE63D-4016-4194-1E72-6933838CF658}"/>
          </ac:grpSpMkLst>
        </pc:grpChg>
        <pc:grpChg chg="add del mod">
          <ac:chgData name="Luke Watson" userId="82288e9e-916d-45ff-b890-5df92c93dc25" providerId="ADAL" clId="{70B4D0D8-36C6-43BB-840D-F8352A2F3CD2}" dt="2026-10-07T02:59:09.741" v="924" actId="165"/>
          <ac:grpSpMkLst>
            <pc:docMk/>
            <pc:sldMk cId="181448885" sldId="267"/>
            <ac:grpSpMk id="9" creationId="{59BB0FB3-1C99-8A6D-0CFF-6558EB8EC380}"/>
          </ac:grpSpMkLst>
        </pc:grpChg>
        <pc:grpChg chg="add mod">
          <ac:chgData name="Luke Watson" userId="82288e9e-916d-45ff-b890-5df92c93dc25" providerId="ADAL" clId="{70B4D0D8-36C6-43BB-840D-F8352A2F3CD2}" dt="2026-10-07T03:05:49.289" v="1052" actId="164"/>
          <ac:grpSpMkLst>
            <pc:docMk/>
            <pc:sldMk cId="181448885" sldId="267"/>
            <ac:grpSpMk id="14" creationId="{379BD27B-F312-877F-6D79-A27D3BB1F769}"/>
          </ac:grpSpMkLst>
        </pc:grpChg>
        <pc:grpChg chg="add mod">
          <ac:chgData name="Luke Watson" userId="82288e9e-916d-45ff-b890-5df92c93dc25" providerId="ADAL" clId="{70B4D0D8-36C6-43BB-840D-F8352A2F3CD2}" dt="2026-10-07T03:05:53.270" v="1053" actId="164"/>
          <ac:grpSpMkLst>
            <pc:docMk/>
            <pc:sldMk cId="181448885" sldId="267"/>
            <ac:grpSpMk id="15" creationId="{083EEBD7-53BC-E8B7-B083-5FED8D494688}"/>
          </ac:grpSpMkLst>
        </pc:grpChg>
        <pc:grpChg chg="add mod">
          <ac:chgData name="Luke Watson" userId="82288e9e-916d-45ff-b890-5df92c93dc25" providerId="ADAL" clId="{70B4D0D8-36C6-43BB-840D-F8352A2F3CD2}" dt="2026-10-07T03:05:57.588" v="1054" actId="164"/>
          <ac:grpSpMkLst>
            <pc:docMk/>
            <pc:sldMk cId="181448885" sldId="267"/>
            <ac:grpSpMk id="16" creationId="{F02E698A-F0FE-585F-183C-55C5726EB8F3}"/>
          </ac:grpSpMkLst>
        </pc:grpChg>
        <pc:picChg chg="mod ord">
          <ac:chgData name="Luke Watson" userId="82288e9e-916d-45ff-b890-5df92c93dc25" providerId="ADAL" clId="{70B4D0D8-36C6-43BB-840D-F8352A2F3CD2}" dt="2026-10-07T03:05:49.289" v="1052" actId="164"/>
          <ac:picMkLst>
            <pc:docMk/>
            <pc:sldMk cId="181448885" sldId="267"/>
            <ac:picMk id="6" creationId="{624DA71C-7174-1873-1658-8C71377B2A7C}"/>
          </ac:picMkLst>
        </pc:picChg>
        <pc:picChg chg="mod ord">
          <ac:chgData name="Luke Watson" userId="82288e9e-916d-45ff-b890-5df92c93dc25" providerId="ADAL" clId="{70B4D0D8-36C6-43BB-840D-F8352A2F3CD2}" dt="2026-10-07T03:05:53.270" v="1053" actId="164"/>
          <ac:picMkLst>
            <pc:docMk/>
            <pc:sldMk cId="181448885" sldId="267"/>
            <ac:picMk id="8" creationId="{1D5D62C7-DB5C-03FE-52D6-5800ADD5B7FA}"/>
          </ac:picMkLst>
        </pc:picChg>
        <pc:picChg chg="mod ord topLvl">
          <ac:chgData name="Luke Watson" userId="82288e9e-916d-45ff-b890-5df92c93dc25" providerId="ADAL" clId="{70B4D0D8-36C6-43BB-840D-F8352A2F3CD2}" dt="2026-10-07T03:05:57.588" v="1054" actId="164"/>
          <ac:picMkLst>
            <pc:docMk/>
            <pc:sldMk cId="181448885" sldId="267"/>
            <ac:picMk id="10" creationId="{46AEEAF4-8BF4-D9EF-A6EC-9ED9131F15C0}"/>
          </ac:picMkLst>
        </pc:picChg>
        <pc:picChg chg="add del mod topLvl">
          <ac:chgData name="Luke Watson" userId="82288e9e-916d-45ff-b890-5df92c93dc25" providerId="ADAL" clId="{70B4D0D8-36C6-43BB-840D-F8352A2F3CD2}" dt="2026-10-07T02:59:18.792" v="927" actId="478"/>
          <ac:picMkLst>
            <pc:docMk/>
            <pc:sldMk cId="181448885" sldId="267"/>
            <ac:picMk id="12" creationId="{C0C7DF95-3736-6E93-A908-3F825CDF984E}"/>
          </ac:picMkLst>
        </pc:picChg>
      </pc:sldChg>
      <pc:sldChg chg="addSp modSp new mod">
        <pc:chgData name="Luke Watson" userId="82288e9e-916d-45ff-b890-5df92c93dc25" providerId="ADAL" clId="{70B4D0D8-36C6-43BB-840D-F8352A2F3CD2}" dt="2026-10-07T05:05:28.114" v="3654" actId="179"/>
        <pc:sldMkLst>
          <pc:docMk/>
          <pc:sldMk cId="622939995" sldId="268"/>
        </pc:sldMkLst>
        <pc:spChg chg="mod">
          <ac:chgData name="Luke Watson" userId="82288e9e-916d-45ff-b890-5df92c93dc25" providerId="ADAL" clId="{70B4D0D8-36C6-43BB-840D-F8352A2F3CD2}" dt="2026-10-07T03:17:11.627" v="1170" actId="20577"/>
          <ac:spMkLst>
            <pc:docMk/>
            <pc:sldMk cId="622939995" sldId="268"/>
            <ac:spMk id="2" creationId="{2CEAA63D-6432-80B4-CE5C-A42244006FE8}"/>
          </ac:spMkLst>
        </pc:spChg>
        <pc:spChg chg="mod">
          <ac:chgData name="Luke Watson" userId="82288e9e-916d-45ff-b890-5df92c93dc25" providerId="ADAL" clId="{70B4D0D8-36C6-43BB-840D-F8352A2F3CD2}" dt="2026-10-07T03:12:05.585" v="1114" actId="20577"/>
          <ac:spMkLst>
            <pc:docMk/>
            <pc:sldMk cId="622939995" sldId="268"/>
            <ac:spMk id="3" creationId="{DED44654-E6BF-2668-453B-0767949030CD}"/>
          </ac:spMkLst>
        </pc:spChg>
        <pc:spChg chg="add mod">
          <ac:chgData name="Luke Watson" userId="82288e9e-916d-45ff-b890-5df92c93dc25" providerId="ADAL" clId="{70B4D0D8-36C6-43BB-840D-F8352A2F3CD2}" dt="2026-10-07T05:05:28.114" v="3654" actId="179"/>
          <ac:spMkLst>
            <pc:docMk/>
            <pc:sldMk cId="622939995" sldId="268"/>
            <ac:spMk id="6" creationId="{E9B63DFF-FF22-848A-2468-E6124C9F4D47}"/>
          </ac:spMkLst>
        </pc:spChg>
        <pc:spChg chg="add mod">
          <ac:chgData name="Luke Watson" userId="82288e9e-916d-45ff-b890-5df92c93dc25" providerId="ADAL" clId="{70B4D0D8-36C6-43BB-840D-F8352A2F3CD2}" dt="2026-10-07T04:09:10.340" v="2461" actId="1076"/>
          <ac:spMkLst>
            <pc:docMk/>
            <pc:sldMk cId="622939995" sldId="268"/>
            <ac:spMk id="7" creationId="{A921503C-58A3-194E-4287-2F10A4680EAD}"/>
          </ac:spMkLst>
        </pc:spChg>
        <pc:spChg chg="add mod">
          <ac:chgData name="Luke Watson" userId="82288e9e-916d-45ff-b890-5df92c93dc25" providerId="ADAL" clId="{70B4D0D8-36C6-43BB-840D-F8352A2F3CD2}" dt="2026-10-07T04:09:10.340" v="2461" actId="1076"/>
          <ac:spMkLst>
            <pc:docMk/>
            <pc:sldMk cId="622939995" sldId="268"/>
            <ac:spMk id="8" creationId="{A7392E99-DE4F-C22E-5D36-1671F0EBCE40}"/>
          </ac:spMkLst>
        </pc:spChg>
        <pc:spChg chg="add mod">
          <ac:chgData name="Luke Watson" userId="82288e9e-916d-45ff-b890-5df92c93dc25" providerId="ADAL" clId="{70B4D0D8-36C6-43BB-840D-F8352A2F3CD2}" dt="2026-10-07T04:09:10.340" v="2461" actId="1076"/>
          <ac:spMkLst>
            <pc:docMk/>
            <pc:sldMk cId="622939995" sldId="268"/>
            <ac:spMk id="9" creationId="{310B5DB3-E7A0-AC20-9DEF-48EC0113E546}"/>
          </ac:spMkLst>
        </pc:spChg>
        <pc:picChg chg="add mod modCrop">
          <ac:chgData name="Luke Watson" userId="82288e9e-916d-45ff-b890-5df92c93dc25" providerId="ADAL" clId="{70B4D0D8-36C6-43BB-840D-F8352A2F3CD2}" dt="2026-10-07T03:14:33.701" v="1132" actId="1036"/>
          <ac:picMkLst>
            <pc:docMk/>
            <pc:sldMk cId="622939995" sldId="268"/>
            <ac:picMk id="5" creationId="{DAFFDA7F-3363-9E96-079C-8EC713245B63}"/>
          </ac:picMkLst>
        </pc:picChg>
      </pc:sldChg>
      <pc:sldChg chg="modSp new mod">
        <pc:chgData name="Luke Watson" userId="82288e9e-916d-45ff-b890-5df92c93dc25" providerId="ADAL" clId="{70B4D0D8-36C6-43BB-840D-F8352A2F3CD2}" dt="2026-10-07T03:29:13.386" v="2007" actId="20577"/>
        <pc:sldMkLst>
          <pc:docMk/>
          <pc:sldMk cId="3287035520" sldId="269"/>
        </pc:sldMkLst>
        <pc:spChg chg="mod">
          <ac:chgData name="Luke Watson" userId="82288e9e-916d-45ff-b890-5df92c93dc25" providerId="ADAL" clId="{70B4D0D8-36C6-43BB-840D-F8352A2F3CD2}" dt="2026-10-07T03:29:13.386" v="2007" actId="20577"/>
          <ac:spMkLst>
            <pc:docMk/>
            <pc:sldMk cId="3287035520" sldId="269"/>
            <ac:spMk id="2" creationId="{7FC973A2-C06B-7071-4DDA-9C705750B01D}"/>
          </ac:spMkLst>
        </pc:spChg>
        <pc:spChg chg="mod">
          <ac:chgData name="Luke Watson" userId="82288e9e-916d-45ff-b890-5df92c93dc25" providerId="ADAL" clId="{70B4D0D8-36C6-43BB-840D-F8352A2F3CD2}" dt="2026-10-07T03:20:19.785" v="1205" actId="20577"/>
          <ac:spMkLst>
            <pc:docMk/>
            <pc:sldMk cId="3287035520" sldId="269"/>
            <ac:spMk id="3" creationId="{29E7FC09-D03C-A41F-6E86-144B7CCF88D5}"/>
          </ac:spMkLst>
        </pc:spChg>
      </pc:sldChg>
      <pc:sldChg chg="addSp delSp modSp new mod">
        <pc:chgData name="Luke Watson" userId="82288e9e-916d-45ff-b890-5df92c93dc25" providerId="ADAL" clId="{70B4D0D8-36C6-43BB-840D-F8352A2F3CD2}" dt="2026-10-07T03:58:16.533" v="2216" actId="20577"/>
        <pc:sldMkLst>
          <pc:docMk/>
          <pc:sldMk cId="2308641317" sldId="270"/>
        </pc:sldMkLst>
        <pc:spChg chg="mod">
          <ac:chgData name="Luke Watson" userId="82288e9e-916d-45ff-b890-5df92c93dc25" providerId="ADAL" clId="{70B4D0D8-36C6-43BB-840D-F8352A2F3CD2}" dt="2026-10-07T03:30:41.308" v="2138" actId="404"/>
          <ac:spMkLst>
            <pc:docMk/>
            <pc:sldMk cId="2308641317" sldId="270"/>
            <ac:spMk id="2" creationId="{37B30E1A-186D-97F9-0CF2-26071EE83BAC}"/>
          </ac:spMkLst>
        </pc:spChg>
        <pc:spChg chg="mod">
          <ac:chgData name="Luke Watson" userId="82288e9e-916d-45ff-b890-5df92c93dc25" providerId="ADAL" clId="{70B4D0D8-36C6-43BB-840D-F8352A2F3CD2}" dt="2026-10-07T03:58:16.533" v="2216" actId="20577"/>
          <ac:spMkLst>
            <pc:docMk/>
            <pc:sldMk cId="2308641317" sldId="270"/>
            <ac:spMk id="3" creationId="{1E05662F-2D05-F955-DE83-C8360F3CF49E}"/>
          </ac:spMkLst>
        </pc:spChg>
        <pc:graphicFrameChg chg="add del mod">
          <ac:chgData name="Luke Watson" userId="82288e9e-916d-45ff-b890-5df92c93dc25" providerId="ADAL" clId="{70B4D0D8-36C6-43BB-840D-F8352A2F3CD2}" dt="2026-10-07T03:32:24.021" v="2140" actId="478"/>
          <ac:graphicFrameMkLst>
            <pc:docMk/>
            <pc:sldMk cId="2308641317" sldId="270"/>
            <ac:graphicFrameMk id="5" creationId="{2BCD1069-3DFE-35F2-37FA-6F3488349C49}"/>
          </ac:graphicFrameMkLst>
        </pc:graphicFrameChg>
        <pc:graphicFrameChg chg="add mod modGraphic">
          <ac:chgData name="Luke Watson" userId="82288e9e-916d-45ff-b890-5df92c93dc25" providerId="ADAL" clId="{70B4D0D8-36C6-43BB-840D-F8352A2F3CD2}" dt="2026-10-07T03:57:51.625" v="2208" actId="207"/>
          <ac:graphicFrameMkLst>
            <pc:docMk/>
            <pc:sldMk cId="2308641317" sldId="270"/>
            <ac:graphicFrameMk id="6" creationId="{10A4BC9C-8556-6781-CFD9-D804D751BFD5}"/>
          </ac:graphicFrameMkLst>
        </pc:graphicFrameChg>
      </pc:sldChg>
      <pc:sldChg chg="addSp delSp modSp new mod modAnim">
        <pc:chgData name="Luke Watson" userId="82288e9e-916d-45ff-b890-5df92c93dc25" providerId="ADAL" clId="{70B4D0D8-36C6-43BB-840D-F8352A2F3CD2}" dt="2026-10-07T05:05:10.005" v="3652" actId="179"/>
        <pc:sldMkLst>
          <pc:docMk/>
          <pc:sldMk cId="517615144" sldId="271"/>
        </pc:sldMkLst>
        <pc:spChg chg="mod">
          <ac:chgData name="Luke Watson" userId="82288e9e-916d-45ff-b890-5df92c93dc25" providerId="ADAL" clId="{70B4D0D8-36C6-43BB-840D-F8352A2F3CD2}" dt="2026-10-07T04:21:14.140" v="2685" actId="2711"/>
          <ac:spMkLst>
            <pc:docMk/>
            <pc:sldMk cId="517615144" sldId="271"/>
            <ac:spMk id="2" creationId="{0C7A3721-ACC0-A5B8-D5FB-1CB3538657EC}"/>
          </ac:spMkLst>
        </pc:spChg>
        <pc:spChg chg="mod">
          <ac:chgData name="Luke Watson" userId="82288e9e-916d-45ff-b890-5df92c93dc25" providerId="ADAL" clId="{70B4D0D8-36C6-43BB-840D-F8352A2F3CD2}" dt="2026-10-07T04:12:29.859" v="2470" actId="20577"/>
          <ac:spMkLst>
            <pc:docMk/>
            <pc:sldMk cId="517615144" sldId="271"/>
            <ac:spMk id="3" creationId="{7F7EBB0C-B379-7333-CA2C-571C4146459E}"/>
          </ac:spMkLst>
        </pc:spChg>
        <pc:spChg chg="add del">
          <ac:chgData name="Luke Watson" userId="82288e9e-916d-45ff-b890-5df92c93dc25" providerId="ADAL" clId="{70B4D0D8-36C6-43BB-840D-F8352A2F3CD2}" dt="2026-10-07T04:12:37.034" v="2472" actId="22"/>
          <ac:spMkLst>
            <pc:docMk/>
            <pc:sldMk cId="517615144" sldId="271"/>
            <ac:spMk id="6" creationId="{C5C9D205-628E-E0D7-723E-05CBD6BEE31F}"/>
          </ac:spMkLst>
        </pc:spChg>
        <pc:spChg chg="add mod">
          <ac:chgData name="Luke Watson" userId="82288e9e-916d-45ff-b890-5df92c93dc25" providerId="ADAL" clId="{70B4D0D8-36C6-43BB-840D-F8352A2F3CD2}" dt="2026-10-07T05:05:10.005" v="3652" actId="179"/>
          <ac:spMkLst>
            <pc:docMk/>
            <pc:sldMk cId="517615144" sldId="271"/>
            <ac:spMk id="8" creationId="{1B78A427-44A0-37EF-E6A6-FFB7CE06818F}"/>
          </ac:spMkLst>
        </pc:spChg>
        <pc:spChg chg="add">
          <ac:chgData name="Luke Watson" userId="82288e9e-916d-45ff-b890-5df92c93dc25" providerId="ADAL" clId="{70B4D0D8-36C6-43BB-840D-F8352A2F3CD2}" dt="2026-10-07T04:12:51.288" v="2473" actId="22"/>
          <ac:spMkLst>
            <pc:docMk/>
            <pc:sldMk cId="517615144" sldId="271"/>
            <ac:spMk id="10" creationId="{3BEB5C36-233E-6FDB-C900-8E8054D21BF6}"/>
          </ac:spMkLst>
        </pc:spChg>
        <pc:spChg chg="add mod">
          <ac:chgData name="Luke Watson" userId="82288e9e-916d-45ff-b890-5df92c93dc25" providerId="ADAL" clId="{70B4D0D8-36C6-43BB-840D-F8352A2F3CD2}" dt="2026-10-07T04:17:03.389" v="2620" actId="20577"/>
          <ac:spMkLst>
            <pc:docMk/>
            <pc:sldMk cId="517615144" sldId="271"/>
            <ac:spMk id="12" creationId="{8F231922-81BD-030C-641E-77E3D2E48A56}"/>
          </ac:spMkLst>
        </pc:spChg>
        <pc:spChg chg="add">
          <ac:chgData name="Luke Watson" userId="82288e9e-916d-45ff-b890-5df92c93dc25" providerId="ADAL" clId="{70B4D0D8-36C6-43BB-840D-F8352A2F3CD2}" dt="2026-10-07T04:12:51.288" v="2473" actId="22"/>
          <ac:spMkLst>
            <pc:docMk/>
            <pc:sldMk cId="517615144" sldId="271"/>
            <ac:spMk id="14" creationId="{7265C098-E1BD-DA3C-1BF4-4869A75D4E30}"/>
          </ac:spMkLst>
        </pc:spChg>
        <pc:spChg chg="add mod">
          <ac:chgData name="Luke Watson" userId="82288e9e-916d-45ff-b890-5df92c93dc25" providerId="ADAL" clId="{70B4D0D8-36C6-43BB-840D-F8352A2F3CD2}" dt="2026-10-07T04:20:13.416" v="2651" actId="164"/>
          <ac:spMkLst>
            <pc:docMk/>
            <pc:sldMk cId="517615144" sldId="271"/>
            <ac:spMk id="17" creationId="{2E4C3866-FD64-6D4E-1EE2-55D908A55DDE}"/>
          </ac:spMkLst>
        </pc:spChg>
        <pc:spChg chg="add mod">
          <ac:chgData name="Luke Watson" userId="82288e9e-916d-45ff-b890-5df92c93dc25" providerId="ADAL" clId="{70B4D0D8-36C6-43BB-840D-F8352A2F3CD2}" dt="2026-10-07T04:20:13.416" v="2651" actId="164"/>
          <ac:spMkLst>
            <pc:docMk/>
            <pc:sldMk cId="517615144" sldId="271"/>
            <ac:spMk id="18" creationId="{BFFBA62F-F349-FB7E-4FB8-F1C1D38ABBC3}"/>
          </ac:spMkLst>
        </pc:spChg>
        <pc:spChg chg="add mod">
          <ac:chgData name="Luke Watson" userId="82288e9e-916d-45ff-b890-5df92c93dc25" providerId="ADAL" clId="{70B4D0D8-36C6-43BB-840D-F8352A2F3CD2}" dt="2026-10-07T04:20:13.416" v="2651" actId="164"/>
          <ac:spMkLst>
            <pc:docMk/>
            <pc:sldMk cId="517615144" sldId="271"/>
            <ac:spMk id="19" creationId="{169B6A24-2C47-DDAA-4398-744AEC2FC816}"/>
          </ac:spMkLst>
        </pc:spChg>
        <pc:grpChg chg="add mod">
          <ac:chgData name="Luke Watson" userId="82288e9e-916d-45ff-b890-5df92c93dc25" providerId="ADAL" clId="{70B4D0D8-36C6-43BB-840D-F8352A2F3CD2}" dt="2026-10-07T04:20:13.416" v="2651" actId="164"/>
          <ac:grpSpMkLst>
            <pc:docMk/>
            <pc:sldMk cId="517615144" sldId="271"/>
            <ac:grpSpMk id="20" creationId="{80DCA005-1640-7C71-2289-7FF897C8C72A}"/>
          </ac:grpSpMkLst>
        </pc:grpChg>
        <pc:picChg chg="add">
          <ac:chgData name="Luke Watson" userId="82288e9e-916d-45ff-b890-5df92c93dc25" providerId="ADAL" clId="{70B4D0D8-36C6-43BB-840D-F8352A2F3CD2}" dt="2026-10-07T04:18:14.845" v="2640" actId="22"/>
          <ac:picMkLst>
            <pc:docMk/>
            <pc:sldMk cId="517615144" sldId="271"/>
            <ac:picMk id="16" creationId="{40194362-A48C-960A-57A8-DBADB04203E9}"/>
          </ac:picMkLst>
        </pc:picChg>
      </pc:sldChg>
      <pc:sldChg chg="modSp add mod modAnim">
        <pc:chgData name="Luke Watson" userId="82288e9e-916d-45ff-b890-5df92c93dc25" providerId="ADAL" clId="{70B4D0D8-36C6-43BB-840D-F8352A2F3CD2}" dt="2026-10-07T05:04:59.839" v="3651" actId="179"/>
        <pc:sldMkLst>
          <pc:docMk/>
          <pc:sldMk cId="1441107473" sldId="272"/>
        </pc:sldMkLst>
        <pc:spChg chg="mod">
          <ac:chgData name="Luke Watson" userId="82288e9e-916d-45ff-b890-5df92c93dc25" providerId="ADAL" clId="{70B4D0D8-36C6-43BB-840D-F8352A2F3CD2}" dt="2026-10-07T04:21:00.388" v="2684" actId="2711"/>
          <ac:spMkLst>
            <pc:docMk/>
            <pc:sldMk cId="1441107473" sldId="272"/>
            <ac:spMk id="2" creationId="{5B0B3E1A-FCF2-CD9F-2554-69922397B5DA}"/>
          </ac:spMkLst>
        </pc:spChg>
        <pc:spChg chg="mod">
          <ac:chgData name="Luke Watson" userId="82288e9e-916d-45ff-b890-5df92c93dc25" providerId="ADAL" clId="{70B4D0D8-36C6-43BB-840D-F8352A2F3CD2}" dt="2026-10-07T05:04:59.839" v="3651" actId="179"/>
          <ac:spMkLst>
            <pc:docMk/>
            <pc:sldMk cId="1441107473" sldId="272"/>
            <ac:spMk id="8" creationId="{C757DF8F-6D64-A24D-D267-617CFF9AEC8B}"/>
          </ac:spMkLst>
        </pc:spChg>
        <pc:spChg chg="mod">
          <ac:chgData name="Luke Watson" userId="82288e9e-916d-45ff-b890-5df92c93dc25" providerId="ADAL" clId="{70B4D0D8-36C6-43BB-840D-F8352A2F3CD2}" dt="2026-10-07T04:23:49.498" v="2727"/>
          <ac:spMkLst>
            <pc:docMk/>
            <pc:sldMk cId="1441107473" sldId="272"/>
            <ac:spMk id="12" creationId="{D1660324-7340-2594-6947-D7F8BED9701C}"/>
          </ac:spMkLst>
        </pc:spChg>
        <pc:spChg chg="mod">
          <ac:chgData name="Luke Watson" userId="82288e9e-916d-45ff-b890-5df92c93dc25" providerId="ADAL" clId="{70B4D0D8-36C6-43BB-840D-F8352A2F3CD2}" dt="2026-10-07T04:24:14.235" v="2729" actId="14100"/>
          <ac:spMkLst>
            <pc:docMk/>
            <pc:sldMk cId="1441107473" sldId="272"/>
            <ac:spMk id="17" creationId="{21228579-F27E-662C-3E44-D353A8BE75B2}"/>
          </ac:spMkLst>
        </pc:spChg>
        <pc:spChg chg="mod">
          <ac:chgData name="Luke Watson" userId="82288e9e-916d-45ff-b890-5df92c93dc25" providerId="ADAL" clId="{70B4D0D8-36C6-43BB-840D-F8352A2F3CD2}" dt="2026-10-07T04:24:39.061" v="2928" actId="14100"/>
          <ac:spMkLst>
            <pc:docMk/>
            <pc:sldMk cId="1441107473" sldId="272"/>
            <ac:spMk id="18" creationId="{772392F7-40BD-C2E5-42A0-4B5AB962F67D}"/>
          </ac:spMkLst>
        </pc:spChg>
        <pc:spChg chg="mod">
          <ac:chgData name="Luke Watson" userId="82288e9e-916d-45ff-b890-5df92c93dc25" providerId="ADAL" clId="{70B4D0D8-36C6-43BB-840D-F8352A2F3CD2}" dt="2026-10-07T04:24:52.974" v="2931" actId="14100"/>
          <ac:spMkLst>
            <pc:docMk/>
            <pc:sldMk cId="1441107473" sldId="272"/>
            <ac:spMk id="19" creationId="{8250CFF5-692A-CDED-A558-007D19B0C3EA}"/>
          </ac:spMkLst>
        </pc:spChg>
        <pc:grpChg chg="mod">
          <ac:chgData name="Luke Watson" userId="82288e9e-916d-45ff-b890-5df92c93dc25" providerId="ADAL" clId="{70B4D0D8-36C6-43BB-840D-F8352A2F3CD2}" dt="2026-10-07T04:24:10.299" v="2728" actId="1076"/>
          <ac:grpSpMkLst>
            <pc:docMk/>
            <pc:sldMk cId="1441107473" sldId="272"/>
            <ac:grpSpMk id="20" creationId="{2633ED4D-DD07-A029-5B69-E8CFB7F5260C}"/>
          </ac:grpSpMkLst>
        </pc:grpChg>
      </pc:sldChg>
      <pc:sldChg chg="addSp delSp modSp add mod delAnim">
        <pc:chgData name="Luke Watson" userId="82288e9e-916d-45ff-b890-5df92c93dc25" providerId="ADAL" clId="{70B4D0D8-36C6-43BB-840D-F8352A2F3CD2}" dt="2026-10-07T04:48:56" v="3329" actId="14100"/>
        <pc:sldMkLst>
          <pc:docMk/>
          <pc:sldMk cId="1020881094" sldId="273"/>
        </pc:sldMkLst>
        <pc:spChg chg="mod">
          <ac:chgData name="Luke Watson" userId="82288e9e-916d-45ff-b890-5df92c93dc25" providerId="ADAL" clId="{70B4D0D8-36C6-43BB-840D-F8352A2F3CD2}" dt="2026-10-07T04:26:36.833" v="2991" actId="20577"/>
          <ac:spMkLst>
            <pc:docMk/>
            <pc:sldMk cId="1020881094" sldId="273"/>
            <ac:spMk id="2" creationId="{8BC78414-A44C-C8ED-D2BF-D7F7EA0B3988}"/>
          </ac:spMkLst>
        </pc:spChg>
        <pc:spChg chg="mod">
          <ac:chgData name="Luke Watson" userId="82288e9e-916d-45ff-b890-5df92c93dc25" providerId="ADAL" clId="{70B4D0D8-36C6-43BB-840D-F8352A2F3CD2}" dt="2026-10-07T04:40:55.387" v="3252" actId="20577"/>
          <ac:spMkLst>
            <pc:docMk/>
            <pc:sldMk cId="1020881094" sldId="273"/>
            <ac:spMk id="8" creationId="{C381D3A0-0F0F-44DD-60B2-BD59C32DCD0E}"/>
          </ac:spMkLst>
        </pc:spChg>
        <pc:spChg chg="mod">
          <ac:chgData name="Luke Watson" userId="82288e9e-916d-45ff-b890-5df92c93dc25" providerId="ADAL" clId="{70B4D0D8-36C6-43BB-840D-F8352A2F3CD2}" dt="2026-10-07T04:48:35.596" v="3327" actId="14100"/>
          <ac:spMkLst>
            <pc:docMk/>
            <pc:sldMk cId="1020881094" sldId="273"/>
            <ac:spMk id="12" creationId="{EDEBCCFD-FB76-9097-5AC2-DF08C01489FA}"/>
          </ac:spMkLst>
        </pc:spChg>
        <pc:spChg chg="mod">
          <ac:chgData name="Luke Watson" userId="82288e9e-916d-45ff-b890-5df92c93dc25" providerId="ADAL" clId="{70B4D0D8-36C6-43BB-840D-F8352A2F3CD2}" dt="2026-10-07T04:38:54.001" v="3180" actId="1076"/>
          <ac:spMkLst>
            <pc:docMk/>
            <pc:sldMk cId="1020881094" sldId="273"/>
            <ac:spMk id="14" creationId="{E4B7C091-E434-948C-6061-17DA9F06DB51}"/>
          </ac:spMkLst>
        </pc:spChg>
        <pc:grpChg chg="del">
          <ac:chgData name="Luke Watson" userId="82288e9e-916d-45ff-b890-5df92c93dc25" providerId="ADAL" clId="{70B4D0D8-36C6-43BB-840D-F8352A2F3CD2}" dt="2026-10-07T04:36:43.086" v="3146" actId="478"/>
          <ac:grpSpMkLst>
            <pc:docMk/>
            <pc:sldMk cId="1020881094" sldId="273"/>
            <ac:grpSpMk id="20" creationId="{D7E83AA2-1981-D898-76B1-8547D98FED23}"/>
          </ac:grpSpMkLst>
        </pc:grpChg>
        <pc:picChg chg="add mod">
          <ac:chgData name="Luke Watson" userId="82288e9e-916d-45ff-b890-5df92c93dc25" providerId="ADAL" clId="{70B4D0D8-36C6-43BB-840D-F8352A2F3CD2}" dt="2026-10-07T04:48:56" v="3329" actId="14100"/>
          <ac:picMkLst>
            <pc:docMk/>
            <pc:sldMk cId="1020881094" sldId="273"/>
            <ac:picMk id="6" creationId="{4E509696-458B-5B6D-23F0-E41FF7542AA7}"/>
          </ac:picMkLst>
        </pc:picChg>
      </pc:sldChg>
      <pc:sldChg chg="addSp modSp add mod ord modAnim modNotesTx">
        <pc:chgData name="Luke Watson" userId="82288e9e-916d-45ff-b890-5df92c93dc25" providerId="ADAL" clId="{70B4D0D8-36C6-43BB-840D-F8352A2F3CD2}" dt="2026-10-07T13:29:45.678" v="4640" actId="20577"/>
        <pc:sldMkLst>
          <pc:docMk/>
          <pc:sldMk cId="3976556667" sldId="274"/>
        </pc:sldMkLst>
        <pc:spChg chg="mod">
          <ac:chgData name="Luke Watson" userId="82288e9e-916d-45ff-b890-5df92c93dc25" providerId="ADAL" clId="{70B4D0D8-36C6-43BB-840D-F8352A2F3CD2}" dt="2026-10-07T04:47:54.323" v="3309" actId="2711"/>
          <ac:spMkLst>
            <pc:docMk/>
            <pc:sldMk cId="3976556667" sldId="274"/>
            <ac:spMk id="2" creationId="{CAB1723C-6390-8DBA-9AE8-2A7C5820F6E9}"/>
          </ac:spMkLst>
        </pc:spChg>
        <pc:spChg chg="mod">
          <ac:chgData name="Luke Watson" userId="82288e9e-916d-45ff-b890-5df92c93dc25" providerId="ADAL" clId="{70B4D0D8-36C6-43BB-840D-F8352A2F3CD2}" dt="2026-10-07T04:45:45.083" v="3275" actId="20577"/>
          <ac:spMkLst>
            <pc:docMk/>
            <pc:sldMk cId="3976556667" sldId="274"/>
            <ac:spMk id="3" creationId="{2FF2349B-56DC-4D07-8D9D-373EBCD14865}"/>
          </ac:spMkLst>
        </pc:spChg>
        <pc:spChg chg="mod">
          <ac:chgData name="Luke Watson" userId="82288e9e-916d-45ff-b890-5df92c93dc25" providerId="ADAL" clId="{70B4D0D8-36C6-43BB-840D-F8352A2F3CD2}" dt="2026-10-07T05:10:35.659" v="3668" actId="14100"/>
          <ac:spMkLst>
            <pc:docMk/>
            <pc:sldMk cId="3976556667" sldId="274"/>
            <ac:spMk id="6" creationId="{8208B45D-8908-933B-B4E1-48CB13843420}"/>
          </ac:spMkLst>
        </pc:spChg>
        <pc:spChg chg="mod">
          <ac:chgData name="Luke Watson" userId="82288e9e-916d-45ff-b890-5df92c93dc25" providerId="ADAL" clId="{70B4D0D8-36C6-43BB-840D-F8352A2F3CD2}" dt="2026-10-07T13:25:14.602" v="3892" actId="1076"/>
          <ac:spMkLst>
            <pc:docMk/>
            <pc:sldMk cId="3976556667" sldId="274"/>
            <ac:spMk id="8" creationId="{3A2AD760-1DC8-ADB3-C94F-E2B925D9622E}"/>
          </ac:spMkLst>
        </pc:spChg>
        <pc:spChg chg="mod">
          <ac:chgData name="Luke Watson" userId="82288e9e-916d-45ff-b890-5df92c93dc25" providerId="ADAL" clId="{70B4D0D8-36C6-43BB-840D-F8352A2F3CD2}" dt="2026-10-07T05:17:19.768" v="3691" actId="1035"/>
          <ac:spMkLst>
            <pc:docMk/>
            <pc:sldMk cId="3976556667" sldId="274"/>
            <ac:spMk id="9" creationId="{E011A3B3-D47B-4E67-5CD1-F2E3D53C8391}"/>
          </ac:spMkLst>
        </pc:spChg>
        <pc:spChg chg="mod">
          <ac:chgData name="Luke Watson" userId="82288e9e-916d-45ff-b890-5df92c93dc25" providerId="ADAL" clId="{70B4D0D8-36C6-43BB-840D-F8352A2F3CD2}" dt="2026-10-07T13:25:39.348" v="3896" actId="14100"/>
          <ac:spMkLst>
            <pc:docMk/>
            <pc:sldMk cId="3976556667" sldId="274"/>
            <ac:spMk id="12" creationId="{CC0AB16B-0BC8-A67B-D0FA-9214AEDBFE75}"/>
          </ac:spMkLst>
        </pc:spChg>
        <pc:spChg chg="mod">
          <ac:chgData name="Luke Watson" userId="82288e9e-916d-45ff-b890-5df92c93dc25" providerId="ADAL" clId="{70B4D0D8-36C6-43BB-840D-F8352A2F3CD2}" dt="2026-10-07T13:25:25.431" v="3894" actId="14100"/>
          <ac:spMkLst>
            <pc:docMk/>
            <pc:sldMk cId="3976556667" sldId="274"/>
            <ac:spMk id="13" creationId="{18268141-9490-39E2-8F28-A08992F7A7DF}"/>
          </ac:spMkLst>
        </pc:spChg>
        <pc:spChg chg="mod">
          <ac:chgData name="Luke Watson" userId="82288e9e-916d-45ff-b890-5df92c93dc25" providerId="ADAL" clId="{70B4D0D8-36C6-43BB-840D-F8352A2F3CD2}" dt="2026-10-07T13:25:53.277" v="3898" actId="14100"/>
          <ac:spMkLst>
            <pc:docMk/>
            <pc:sldMk cId="3976556667" sldId="274"/>
            <ac:spMk id="14" creationId="{F4DF1A67-993E-8558-0A0E-5779BF56F404}"/>
          </ac:spMkLst>
        </pc:spChg>
        <pc:grpChg chg="add mod">
          <ac:chgData name="Luke Watson" userId="82288e9e-916d-45ff-b890-5df92c93dc25" providerId="ADAL" clId="{70B4D0D8-36C6-43BB-840D-F8352A2F3CD2}" dt="2026-10-07T13:26:02.440" v="3899" actId="14100"/>
          <ac:grpSpMkLst>
            <pc:docMk/>
            <pc:sldMk cId="3976556667" sldId="274"/>
            <ac:grpSpMk id="10" creationId="{50B493C1-6CB2-9952-F367-C2872B728065}"/>
          </ac:grpSpMkLst>
        </pc:grpChg>
        <pc:grpChg chg="add mod">
          <ac:chgData name="Luke Watson" userId="82288e9e-916d-45ff-b890-5df92c93dc25" providerId="ADAL" clId="{70B4D0D8-36C6-43BB-840D-F8352A2F3CD2}" dt="2026-10-07T13:26:09.748" v="3927" actId="1036"/>
          <ac:grpSpMkLst>
            <pc:docMk/>
            <pc:sldMk cId="3976556667" sldId="274"/>
            <ac:grpSpMk id="11" creationId="{2831360F-62C8-71FD-CF31-5DF61353E5A8}"/>
          </ac:grpSpMkLst>
        </pc:grpChg>
        <pc:picChg chg="mod modCrop">
          <ac:chgData name="Luke Watson" userId="82288e9e-916d-45ff-b890-5df92c93dc25" providerId="ADAL" clId="{70B4D0D8-36C6-43BB-840D-F8352A2F3CD2}" dt="2026-10-07T04:47:20.440" v="3288" actId="732"/>
          <ac:picMkLst>
            <pc:docMk/>
            <pc:sldMk cId="3976556667" sldId="274"/>
            <ac:picMk id="5" creationId="{B0001C45-C081-B3F9-368F-66170A6DB347}"/>
          </ac:picMkLst>
        </pc:picChg>
      </pc:sldChg>
      <pc:sldChg chg="addSp delSp modSp add mod delAnim modAnim">
        <pc:chgData name="Luke Watson" userId="82288e9e-916d-45ff-b890-5df92c93dc25" providerId="ADAL" clId="{70B4D0D8-36C6-43BB-840D-F8352A2F3CD2}" dt="2026-10-07T05:04:52.009" v="3650" actId="179"/>
        <pc:sldMkLst>
          <pc:docMk/>
          <pc:sldMk cId="3993472580" sldId="275"/>
        </pc:sldMkLst>
        <pc:spChg chg="mod">
          <ac:chgData name="Luke Watson" userId="82288e9e-916d-45ff-b890-5df92c93dc25" providerId="ADAL" clId="{70B4D0D8-36C6-43BB-840D-F8352A2F3CD2}" dt="2026-10-07T05:01:07.977" v="3615" actId="20577"/>
          <ac:spMkLst>
            <pc:docMk/>
            <pc:sldMk cId="3993472580" sldId="275"/>
            <ac:spMk id="2" creationId="{17B3B5EC-97F0-CCB5-D4C5-8FB2489879F0}"/>
          </ac:spMkLst>
        </pc:spChg>
        <pc:spChg chg="add mod ord">
          <ac:chgData name="Luke Watson" userId="82288e9e-916d-45ff-b890-5df92c93dc25" providerId="ADAL" clId="{70B4D0D8-36C6-43BB-840D-F8352A2F3CD2}" dt="2026-10-07T05:04:52.009" v="3650" actId="179"/>
          <ac:spMkLst>
            <pc:docMk/>
            <pc:sldMk cId="3993472580" sldId="275"/>
            <ac:spMk id="5" creationId="{ABF12B14-4009-D5F2-1A10-96C88EC527CB}"/>
          </ac:spMkLst>
        </pc:spChg>
        <pc:spChg chg="add mod">
          <ac:chgData name="Luke Watson" userId="82288e9e-916d-45ff-b890-5df92c93dc25" providerId="ADAL" clId="{70B4D0D8-36C6-43BB-840D-F8352A2F3CD2}" dt="2026-10-07T04:56:53.762" v="3591" actId="207"/>
          <ac:spMkLst>
            <pc:docMk/>
            <pc:sldMk cId="3993472580" sldId="275"/>
            <ac:spMk id="6" creationId="{03BE7CA3-605B-1296-C08B-7CFFB07F217C}"/>
          </ac:spMkLst>
        </pc:spChg>
        <pc:spChg chg="add mod">
          <ac:chgData name="Luke Watson" userId="82288e9e-916d-45ff-b890-5df92c93dc25" providerId="ADAL" clId="{70B4D0D8-36C6-43BB-840D-F8352A2F3CD2}" dt="2026-10-07T05:00:17.967" v="3607" actId="164"/>
          <ac:spMkLst>
            <pc:docMk/>
            <pc:sldMk cId="3993472580" sldId="275"/>
            <ac:spMk id="7" creationId="{255EDB8A-7569-DAE6-FDB3-B50352AD0B6E}"/>
          </ac:spMkLst>
        </pc:spChg>
        <pc:spChg chg="mod">
          <ac:chgData name="Luke Watson" userId="82288e9e-916d-45ff-b890-5df92c93dc25" providerId="ADAL" clId="{70B4D0D8-36C6-43BB-840D-F8352A2F3CD2}" dt="2026-10-07T04:54:59.771" v="3561" actId="313"/>
          <ac:spMkLst>
            <pc:docMk/>
            <pc:sldMk cId="3993472580" sldId="275"/>
            <ac:spMk id="8" creationId="{8910F5EF-9BBC-E367-3937-BF0A7903108D}"/>
          </ac:spMkLst>
        </pc:spChg>
        <pc:spChg chg="add mod">
          <ac:chgData name="Luke Watson" userId="82288e9e-916d-45ff-b890-5df92c93dc25" providerId="ADAL" clId="{70B4D0D8-36C6-43BB-840D-F8352A2F3CD2}" dt="2026-10-07T05:00:17.967" v="3607" actId="164"/>
          <ac:spMkLst>
            <pc:docMk/>
            <pc:sldMk cId="3993472580" sldId="275"/>
            <ac:spMk id="9" creationId="{5A7B8895-A7D3-403D-8AA9-D14CA0D4CB75}"/>
          </ac:spMkLst>
        </pc:spChg>
        <pc:spChg chg="mod">
          <ac:chgData name="Luke Watson" userId="82288e9e-916d-45ff-b890-5df92c93dc25" providerId="ADAL" clId="{70B4D0D8-36C6-43BB-840D-F8352A2F3CD2}" dt="2026-10-07T04:55:54.113" v="3571" actId="14100"/>
          <ac:spMkLst>
            <pc:docMk/>
            <pc:sldMk cId="3993472580" sldId="275"/>
            <ac:spMk id="10" creationId="{FDF9093E-D164-1BFC-45EE-A71265400065}"/>
          </ac:spMkLst>
        </pc:spChg>
        <pc:spChg chg="mod">
          <ac:chgData name="Luke Watson" userId="82288e9e-916d-45ff-b890-5df92c93dc25" providerId="ADAL" clId="{70B4D0D8-36C6-43BB-840D-F8352A2F3CD2}" dt="2026-10-07T04:57:46.275" v="3594" actId="404"/>
          <ac:spMkLst>
            <pc:docMk/>
            <pc:sldMk cId="3993472580" sldId="275"/>
            <ac:spMk id="12" creationId="{35216C0C-66EE-2224-9E6D-876711E9C82A}"/>
          </ac:spMkLst>
        </pc:spChg>
        <pc:spChg chg="mod">
          <ac:chgData name="Luke Watson" userId="82288e9e-916d-45ff-b890-5df92c93dc25" providerId="ADAL" clId="{70B4D0D8-36C6-43BB-840D-F8352A2F3CD2}" dt="2026-10-07T04:57:53.328" v="3595" actId="1076"/>
          <ac:spMkLst>
            <pc:docMk/>
            <pc:sldMk cId="3993472580" sldId="275"/>
            <ac:spMk id="14" creationId="{E31C6BF6-1CDA-8C9F-8210-68B78810731E}"/>
          </ac:spMkLst>
        </pc:spChg>
        <pc:grpChg chg="add mod">
          <ac:chgData name="Luke Watson" userId="82288e9e-916d-45ff-b890-5df92c93dc25" providerId="ADAL" clId="{70B4D0D8-36C6-43BB-840D-F8352A2F3CD2}" dt="2026-10-07T05:00:17.967" v="3607" actId="164"/>
          <ac:grpSpMkLst>
            <pc:docMk/>
            <pc:sldMk cId="3993472580" sldId="275"/>
            <ac:grpSpMk id="11" creationId="{D04E0E00-F7C6-C51D-6D75-3E9BF7F7C685}"/>
          </ac:grpSpMkLst>
        </pc:grpChg>
        <pc:grpChg chg="del">
          <ac:chgData name="Luke Watson" userId="82288e9e-916d-45ff-b890-5df92c93dc25" providerId="ADAL" clId="{70B4D0D8-36C6-43BB-840D-F8352A2F3CD2}" dt="2026-10-07T04:55:21.992" v="3563" actId="478"/>
          <ac:grpSpMkLst>
            <pc:docMk/>
            <pc:sldMk cId="3993472580" sldId="275"/>
            <ac:grpSpMk id="20" creationId="{6DB5280C-2FC8-114E-1F09-1884E978423E}"/>
          </ac:grpSpMkLst>
        </pc:grpChg>
      </pc:sldChg>
      <pc:sldChg chg="addSp delSp modSp add mod delAnim modAnim">
        <pc:chgData name="Luke Watson" userId="82288e9e-916d-45ff-b890-5df92c93dc25" providerId="ADAL" clId="{70B4D0D8-36C6-43BB-840D-F8352A2F3CD2}" dt="2026-10-07T13:31:36.532" v="4681" actId="14100"/>
        <pc:sldMkLst>
          <pc:docMk/>
          <pc:sldMk cId="286081461" sldId="276"/>
        </pc:sldMkLst>
        <pc:spChg chg="mod">
          <ac:chgData name="Luke Watson" userId="82288e9e-916d-45ff-b890-5df92c93dc25" providerId="ADAL" clId="{70B4D0D8-36C6-43BB-840D-F8352A2F3CD2}" dt="2026-10-07T05:24:17.280" v="3768" actId="20577"/>
          <ac:spMkLst>
            <pc:docMk/>
            <pc:sldMk cId="286081461" sldId="276"/>
            <ac:spMk id="2" creationId="{73936C96-5C60-23A1-09FB-1CB808797C83}"/>
          </ac:spMkLst>
        </pc:spChg>
        <pc:spChg chg="mod">
          <ac:chgData name="Luke Watson" userId="82288e9e-916d-45ff-b890-5df92c93dc25" providerId="ADAL" clId="{70B4D0D8-36C6-43BB-840D-F8352A2F3CD2}" dt="2026-10-07T05:23:48.595" v="3747" actId="207"/>
          <ac:spMkLst>
            <pc:docMk/>
            <pc:sldMk cId="286081461" sldId="276"/>
            <ac:spMk id="6" creationId="{AA5F1F13-557E-960F-AC03-3E3539629EA7}"/>
          </ac:spMkLst>
        </pc:spChg>
        <pc:spChg chg="mod">
          <ac:chgData name="Luke Watson" userId="82288e9e-916d-45ff-b890-5df92c93dc25" providerId="ADAL" clId="{70B4D0D8-36C6-43BB-840D-F8352A2F3CD2}" dt="2026-10-07T13:30:57.319" v="4642"/>
          <ac:spMkLst>
            <pc:docMk/>
            <pc:sldMk cId="286081461" sldId="276"/>
            <ac:spMk id="8" creationId="{DEECEC02-7068-B741-608C-1AEB01CA101B}"/>
          </ac:spMkLst>
        </pc:spChg>
        <pc:spChg chg="mod">
          <ac:chgData name="Luke Watson" userId="82288e9e-916d-45ff-b890-5df92c93dc25" providerId="ADAL" clId="{70B4D0D8-36C6-43BB-840D-F8352A2F3CD2}" dt="2026-10-07T05:20:46.267" v="3701" actId="14100"/>
          <ac:spMkLst>
            <pc:docMk/>
            <pc:sldMk cId="286081461" sldId="276"/>
            <ac:spMk id="12" creationId="{89AE6476-CAC5-0261-CC0E-F770BB2BF9FB}"/>
          </ac:spMkLst>
        </pc:spChg>
        <pc:spChg chg="mod">
          <ac:chgData name="Luke Watson" userId="82288e9e-916d-45ff-b890-5df92c93dc25" providerId="ADAL" clId="{70B4D0D8-36C6-43BB-840D-F8352A2F3CD2}" dt="2026-10-07T05:21:15.287" v="3704" actId="14100"/>
          <ac:spMkLst>
            <pc:docMk/>
            <pc:sldMk cId="286081461" sldId="276"/>
            <ac:spMk id="13" creationId="{74AFEAB3-BCB9-8968-9A67-ECC8CFAB716E}"/>
          </ac:spMkLst>
        </pc:spChg>
        <pc:spChg chg="mod">
          <ac:chgData name="Luke Watson" userId="82288e9e-916d-45ff-b890-5df92c93dc25" providerId="ADAL" clId="{70B4D0D8-36C6-43BB-840D-F8352A2F3CD2}" dt="2026-10-07T05:21:23.699" v="3705" actId="14100"/>
          <ac:spMkLst>
            <pc:docMk/>
            <pc:sldMk cId="286081461" sldId="276"/>
            <ac:spMk id="14" creationId="{5AE0F1CD-79EE-3A2D-8EFB-4E219B94D7FA}"/>
          </ac:spMkLst>
        </pc:spChg>
        <pc:spChg chg="mod">
          <ac:chgData name="Luke Watson" userId="82288e9e-916d-45ff-b890-5df92c93dc25" providerId="ADAL" clId="{70B4D0D8-36C6-43BB-840D-F8352A2F3CD2}" dt="2026-10-07T13:31:08.071" v="4644"/>
          <ac:spMkLst>
            <pc:docMk/>
            <pc:sldMk cId="286081461" sldId="276"/>
            <ac:spMk id="16" creationId="{61635B71-F047-AC74-5986-EFE1C38446B7}"/>
          </ac:spMkLst>
        </pc:spChg>
        <pc:spChg chg="mod">
          <ac:chgData name="Luke Watson" userId="82288e9e-916d-45ff-b890-5df92c93dc25" providerId="ADAL" clId="{70B4D0D8-36C6-43BB-840D-F8352A2F3CD2}" dt="2026-10-07T13:31:26.831" v="4649" actId="14100"/>
          <ac:spMkLst>
            <pc:docMk/>
            <pc:sldMk cId="286081461" sldId="276"/>
            <ac:spMk id="17" creationId="{BC5694A4-F644-C651-03F1-B799DCFF3755}"/>
          </ac:spMkLst>
        </pc:spChg>
        <pc:spChg chg="mod">
          <ac:chgData name="Luke Watson" userId="82288e9e-916d-45ff-b890-5df92c93dc25" providerId="ADAL" clId="{70B4D0D8-36C6-43BB-840D-F8352A2F3CD2}" dt="2026-10-07T13:31:36.532" v="4681" actId="14100"/>
          <ac:spMkLst>
            <pc:docMk/>
            <pc:sldMk cId="286081461" sldId="276"/>
            <ac:spMk id="18" creationId="{1E078527-0B10-1A79-352E-E368275A4AB8}"/>
          </ac:spMkLst>
        </pc:spChg>
        <pc:grpChg chg="mod">
          <ac:chgData name="Luke Watson" userId="82288e9e-916d-45ff-b890-5df92c93dc25" providerId="ADAL" clId="{70B4D0D8-36C6-43BB-840D-F8352A2F3CD2}" dt="2026-10-07T13:31:13.188" v="4646" actId="1076"/>
          <ac:grpSpMkLst>
            <pc:docMk/>
            <pc:sldMk cId="286081461" sldId="276"/>
            <ac:grpSpMk id="10" creationId="{E00275D0-A2E6-9C3E-89B1-3D13E08BF6C5}"/>
          </ac:grpSpMkLst>
        </pc:grpChg>
        <pc:grpChg chg="del">
          <ac:chgData name="Luke Watson" userId="82288e9e-916d-45ff-b890-5df92c93dc25" providerId="ADAL" clId="{70B4D0D8-36C6-43BB-840D-F8352A2F3CD2}" dt="2026-10-07T13:31:01.181" v="4643" actId="478"/>
          <ac:grpSpMkLst>
            <pc:docMk/>
            <pc:sldMk cId="286081461" sldId="276"/>
            <ac:grpSpMk id="11" creationId="{5FF9D5CB-1C8D-1923-77C1-848B12BC0DB7}"/>
          </ac:grpSpMkLst>
        </pc:grpChg>
        <pc:grpChg chg="add mod">
          <ac:chgData name="Luke Watson" userId="82288e9e-916d-45ff-b890-5df92c93dc25" providerId="ADAL" clId="{70B4D0D8-36C6-43BB-840D-F8352A2F3CD2}" dt="2026-10-07T13:31:21.280" v="4648" actId="1036"/>
          <ac:grpSpMkLst>
            <pc:docMk/>
            <pc:sldMk cId="286081461" sldId="276"/>
            <ac:grpSpMk id="15" creationId="{C74DF94F-BD9B-5397-17E0-087395BB4761}"/>
          </ac:grpSpMkLst>
        </pc:grpChg>
      </pc:sldChg>
      <pc:sldChg chg="addSp delSp modSp add mod ord modAnim modNotesTx">
        <pc:chgData name="Luke Watson" userId="82288e9e-916d-45ff-b890-5df92c93dc25" providerId="ADAL" clId="{70B4D0D8-36C6-43BB-840D-F8352A2F3CD2}" dt="2026-10-07T13:49:04.919" v="5405" actId="22"/>
        <pc:sldMkLst>
          <pc:docMk/>
          <pc:sldMk cId="3833523250" sldId="277"/>
        </pc:sldMkLst>
        <pc:spChg chg="mod">
          <ac:chgData name="Luke Watson" userId="82288e9e-916d-45ff-b890-5df92c93dc25" providerId="ADAL" clId="{70B4D0D8-36C6-43BB-840D-F8352A2F3CD2}" dt="2026-10-07T13:31:52.738" v="4699" actId="20577"/>
          <ac:spMkLst>
            <pc:docMk/>
            <pc:sldMk cId="3833523250" sldId="277"/>
            <ac:spMk id="2" creationId="{0A6B4093-1BD4-0F3C-8040-6A6C071F71C1}"/>
          </ac:spMkLst>
        </pc:spChg>
        <pc:spChg chg="mod">
          <ac:chgData name="Luke Watson" userId="82288e9e-916d-45ff-b890-5df92c93dc25" providerId="ADAL" clId="{70B4D0D8-36C6-43BB-840D-F8352A2F3CD2}" dt="2026-10-07T05:26:20.804" v="3787" actId="20577"/>
          <ac:spMkLst>
            <pc:docMk/>
            <pc:sldMk cId="3833523250" sldId="277"/>
            <ac:spMk id="3" creationId="{C19981A2-B890-6462-94AE-4529695A3DEA}"/>
          </ac:spMkLst>
        </pc:spChg>
        <pc:spChg chg="add mod">
          <ac:chgData name="Luke Watson" userId="82288e9e-916d-45ff-b890-5df92c93dc25" providerId="ADAL" clId="{70B4D0D8-36C6-43BB-840D-F8352A2F3CD2}" dt="2026-10-07T13:45:54.999" v="5007" actId="20577"/>
          <ac:spMkLst>
            <pc:docMk/>
            <pc:sldMk cId="3833523250" sldId="277"/>
            <ac:spMk id="5" creationId="{B3AD932A-479B-ADDA-202A-5695DDA0DEA5}"/>
          </ac:spMkLst>
        </pc:spChg>
        <pc:spChg chg="mod">
          <ac:chgData name="Luke Watson" userId="82288e9e-916d-45ff-b890-5df92c93dc25" providerId="ADAL" clId="{70B4D0D8-36C6-43BB-840D-F8352A2F3CD2}" dt="2026-10-07T13:43:57.066" v="4965" actId="207"/>
          <ac:spMkLst>
            <pc:docMk/>
            <pc:sldMk cId="3833523250" sldId="277"/>
            <ac:spMk id="8" creationId="{552E5DC4-39A9-58C5-4DE3-40C0327E7560}"/>
          </ac:spMkLst>
        </pc:spChg>
        <pc:spChg chg="mod">
          <ac:chgData name="Luke Watson" userId="82288e9e-916d-45ff-b890-5df92c93dc25" providerId="ADAL" clId="{70B4D0D8-36C6-43BB-840D-F8352A2F3CD2}" dt="2026-10-07T13:45:08.547" v="4980" actId="14100"/>
          <ac:spMkLst>
            <pc:docMk/>
            <pc:sldMk cId="3833523250" sldId="277"/>
            <ac:spMk id="12" creationId="{597891A7-15F7-1E08-EB6D-7A651299746A}"/>
          </ac:spMkLst>
        </pc:spChg>
        <pc:picChg chg="del">
          <ac:chgData name="Luke Watson" userId="82288e9e-916d-45ff-b890-5df92c93dc25" providerId="ADAL" clId="{70B4D0D8-36C6-43BB-840D-F8352A2F3CD2}" dt="2026-10-07T13:37:30.904" v="4789" actId="478"/>
          <ac:picMkLst>
            <pc:docMk/>
            <pc:sldMk cId="3833523250" sldId="277"/>
            <ac:picMk id="6" creationId="{BCDD4F60-D537-177D-4706-3DFDCFC91965}"/>
          </ac:picMkLst>
        </pc:picChg>
        <pc:picChg chg="add mod">
          <ac:chgData name="Luke Watson" userId="82288e9e-916d-45ff-b890-5df92c93dc25" providerId="ADAL" clId="{70B4D0D8-36C6-43BB-840D-F8352A2F3CD2}" dt="2026-10-07T13:45:02.513" v="4977" actId="1076"/>
          <ac:picMkLst>
            <pc:docMk/>
            <pc:sldMk cId="3833523250" sldId="277"/>
            <ac:picMk id="9" creationId="{C0757DDA-6B47-1638-0B8D-F7E01386CA1F}"/>
          </ac:picMkLst>
        </pc:picChg>
        <pc:picChg chg="add">
          <ac:chgData name="Luke Watson" userId="82288e9e-916d-45ff-b890-5df92c93dc25" providerId="ADAL" clId="{70B4D0D8-36C6-43BB-840D-F8352A2F3CD2}" dt="2026-10-07T13:49:04.919" v="5405" actId="22"/>
          <ac:picMkLst>
            <pc:docMk/>
            <pc:sldMk cId="3833523250" sldId="277"/>
            <ac:picMk id="13" creationId="{62782517-5590-CB26-51E9-EC6C4B5073C4}"/>
          </ac:picMkLst>
        </pc:picChg>
        <pc:picChg chg="del">
          <ac:chgData name="Luke Watson" userId="82288e9e-916d-45ff-b890-5df92c93dc25" providerId="ADAL" clId="{70B4D0D8-36C6-43BB-840D-F8352A2F3CD2}" dt="2026-10-07T13:49:04.046" v="5404" actId="478"/>
          <ac:picMkLst>
            <pc:docMk/>
            <pc:sldMk cId="3833523250" sldId="277"/>
            <ac:picMk id="16" creationId="{CDAB39BB-F1EA-603D-12A3-FD6E10251448}"/>
          </ac:picMkLst>
        </pc:picChg>
      </pc:sldChg>
      <pc:sldChg chg="addSp delSp modSp add mod delAnim modAnim modNotesTx">
        <pc:chgData name="Luke Watson" userId="82288e9e-916d-45ff-b890-5df92c93dc25" providerId="ADAL" clId="{70B4D0D8-36C6-43BB-840D-F8352A2F3CD2}" dt="2026-10-07T16:19:28.209" v="6225" actId="14100"/>
        <pc:sldMkLst>
          <pc:docMk/>
          <pc:sldMk cId="3880698086" sldId="278"/>
        </pc:sldMkLst>
        <pc:spChg chg="mod">
          <ac:chgData name="Luke Watson" userId="82288e9e-916d-45ff-b890-5df92c93dc25" providerId="ADAL" clId="{70B4D0D8-36C6-43BB-840D-F8352A2F3CD2}" dt="2026-10-07T16:03:19.083" v="5726" actId="20577"/>
          <ac:spMkLst>
            <pc:docMk/>
            <pc:sldMk cId="3880698086" sldId="278"/>
            <ac:spMk id="2" creationId="{663DD872-EB07-35E1-4220-C073C509A61B}"/>
          </ac:spMkLst>
        </pc:spChg>
        <pc:spChg chg="mod">
          <ac:chgData name="Luke Watson" userId="82288e9e-916d-45ff-b890-5df92c93dc25" providerId="ADAL" clId="{70B4D0D8-36C6-43BB-840D-F8352A2F3CD2}" dt="2026-10-07T13:48:40.344" v="5403" actId="20577"/>
          <ac:spMkLst>
            <pc:docMk/>
            <pc:sldMk cId="3880698086" sldId="278"/>
            <ac:spMk id="3" creationId="{68BBAD91-4AFA-9B0A-2B7F-9850D94C1FE6}"/>
          </ac:spMkLst>
        </pc:spChg>
        <pc:spChg chg="del mod">
          <ac:chgData name="Luke Watson" userId="82288e9e-916d-45ff-b890-5df92c93dc25" providerId="ADAL" clId="{70B4D0D8-36C6-43BB-840D-F8352A2F3CD2}" dt="2026-10-07T13:50:35.659" v="5508" actId="478"/>
          <ac:spMkLst>
            <pc:docMk/>
            <pc:sldMk cId="3880698086" sldId="278"/>
            <ac:spMk id="5" creationId="{9EBF354B-3D19-227C-2C08-2F69FF204EBB}"/>
          </ac:spMkLst>
        </pc:spChg>
        <pc:spChg chg="del">
          <ac:chgData name="Luke Watson" userId="82288e9e-916d-45ff-b890-5df92c93dc25" providerId="ADAL" clId="{70B4D0D8-36C6-43BB-840D-F8352A2F3CD2}" dt="2026-10-07T13:50:35.659" v="5508" actId="478"/>
          <ac:spMkLst>
            <pc:docMk/>
            <pc:sldMk cId="3880698086" sldId="278"/>
            <ac:spMk id="8" creationId="{03C8838D-A393-161D-D4EA-9CCF895696E8}"/>
          </ac:spMkLst>
        </pc:spChg>
        <pc:spChg chg="mod">
          <ac:chgData name="Luke Watson" userId="82288e9e-916d-45ff-b890-5df92c93dc25" providerId="ADAL" clId="{70B4D0D8-36C6-43BB-840D-F8352A2F3CD2}" dt="2026-10-07T16:19:28.209" v="6225" actId="14100"/>
          <ac:spMkLst>
            <pc:docMk/>
            <pc:sldMk cId="3880698086" sldId="278"/>
            <ac:spMk id="10" creationId="{2B6C511D-16DB-FAEC-7E6A-BE06DCAAA4C7}"/>
          </ac:spMkLst>
        </pc:spChg>
        <pc:spChg chg="del">
          <ac:chgData name="Luke Watson" userId="82288e9e-916d-45ff-b890-5df92c93dc25" providerId="ADAL" clId="{70B4D0D8-36C6-43BB-840D-F8352A2F3CD2}" dt="2026-10-07T13:50:35.659" v="5508" actId="478"/>
          <ac:spMkLst>
            <pc:docMk/>
            <pc:sldMk cId="3880698086" sldId="278"/>
            <ac:spMk id="10" creationId="{C3B27B42-DDBF-1A26-92F7-94DAF1271B11}"/>
          </ac:spMkLst>
        </pc:spChg>
        <pc:spChg chg="mod topLvl">
          <ac:chgData name="Luke Watson" userId="82288e9e-916d-45ff-b890-5df92c93dc25" providerId="ADAL" clId="{70B4D0D8-36C6-43BB-840D-F8352A2F3CD2}" dt="2026-10-07T16:18:35.923" v="6211" actId="14100"/>
          <ac:spMkLst>
            <pc:docMk/>
            <pc:sldMk cId="3880698086" sldId="278"/>
            <ac:spMk id="12" creationId="{8FC8AE71-9D7E-5056-A510-CD73A7816185}"/>
          </ac:spMkLst>
        </pc:spChg>
        <pc:spChg chg="add mod">
          <ac:chgData name="Luke Watson" userId="82288e9e-916d-45ff-b890-5df92c93dc25" providerId="ADAL" clId="{70B4D0D8-36C6-43BB-840D-F8352A2F3CD2}" dt="2026-10-07T16:10:22.224" v="6208" actId="20577"/>
          <ac:spMkLst>
            <pc:docMk/>
            <pc:sldMk cId="3880698086" sldId="278"/>
            <ac:spMk id="13" creationId="{80DB3755-6281-A7F0-0D62-5B73A4CCECAD}"/>
          </ac:spMkLst>
        </pc:spChg>
        <pc:spChg chg="mod topLvl">
          <ac:chgData name="Luke Watson" userId="82288e9e-916d-45ff-b890-5df92c93dc25" providerId="ADAL" clId="{70B4D0D8-36C6-43BB-840D-F8352A2F3CD2}" dt="2026-10-07T16:03:55.561" v="5814" actId="1035"/>
          <ac:spMkLst>
            <pc:docMk/>
            <pc:sldMk cId="3880698086" sldId="278"/>
            <ac:spMk id="14" creationId="{F8275464-F3CD-20A8-704D-DB4E9AAF111B}"/>
          </ac:spMkLst>
        </pc:spChg>
        <pc:spChg chg="add mod">
          <ac:chgData name="Luke Watson" userId="82288e9e-916d-45ff-b890-5df92c93dc25" providerId="ADAL" clId="{70B4D0D8-36C6-43BB-840D-F8352A2F3CD2}" dt="2026-10-07T16:03:47.570" v="5731" actId="1076"/>
          <ac:spMkLst>
            <pc:docMk/>
            <pc:sldMk cId="3880698086" sldId="278"/>
            <ac:spMk id="15" creationId="{EAF70D27-704C-B29B-93D7-0E8C99C8A82A}"/>
          </ac:spMkLst>
        </pc:spChg>
        <pc:spChg chg="add mod">
          <ac:chgData name="Luke Watson" userId="82288e9e-916d-45ff-b890-5df92c93dc25" providerId="ADAL" clId="{70B4D0D8-36C6-43BB-840D-F8352A2F3CD2}" dt="2026-10-07T13:50:45.699" v="5510"/>
          <ac:spMkLst>
            <pc:docMk/>
            <pc:sldMk cId="3880698086" sldId="278"/>
            <ac:spMk id="17" creationId="{0C5C1776-CE3C-0CEA-D2AC-F4B51D475083}"/>
          </ac:spMkLst>
        </pc:spChg>
        <pc:spChg chg="add del mod">
          <ac:chgData name="Luke Watson" userId="82288e9e-916d-45ff-b890-5df92c93dc25" providerId="ADAL" clId="{70B4D0D8-36C6-43BB-840D-F8352A2F3CD2}" dt="2026-10-07T13:51:18.740" v="5515" actId="478"/>
          <ac:spMkLst>
            <pc:docMk/>
            <pc:sldMk cId="3880698086" sldId="278"/>
            <ac:spMk id="18" creationId="{978ADB25-56D7-1822-E134-E1D521A53A3C}"/>
          </ac:spMkLst>
        </pc:spChg>
        <pc:spChg chg="add del mod">
          <ac:chgData name="Luke Watson" userId="82288e9e-916d-45ff-b890-5df92c93dc25" providerId="ADAL" clId="{70B4D0D8-36C6-43BB-840D-F8352A2F3CD2}" dt="2026-10-07T13:51:17.372" v="5514" actId="478"/>
          <ac:spMkLst>
            <pc:docMk/>
            <pc:sldMk cId="3880698086" sldId="278"/>
            <ac:spMk id="19" creationId="{4025BA96-C9EA-9319-15D8-9DC93A385C82}"/>
          </ac:spMkLst>
        </pc:spChg>
        <pc:spChg chg="add mod">
          <ac:chgData name="Luke Watson" userId="82288e9e-916d-45ff-b890-5df92c93dc25" providerId="ADAL" clId="{70B4D0D8-36C6-43BB-840D-F8352A2F3CD2}" dt="2026-10-07T13:50:45.699" v="5510"/>
          <ac:spMkLst>
            <pc:docMk/>
            <pc:sldMk cId="3880698086" sldId="278"/>
            <ac:spMk id="20" creationId="{57AC1110-FE03-7EC9-22A8-35CC23D0D77E}"/>
          </ac:spMkLst>
        </pc:spChg>
        <pc:spChg chg="mod">
          <ac:chgData name="Luke Watson" userId="82288e9e-916d-45ff-b890-5df92c93dc25" providerId="ADAL" clId="{70B4D0D8-36C6-43BB-840D-F8352A2F3CD2}" dt="2026-10-07T13:50:45.699" v="5510"/>
          <ac:spMkLst>
            <pc:docMk/>
            <pc:sldMk cId="3880698086" sldId="278"/>
            <ac:spMk id="22" creationId="{9D85B7B4-53D0-5EE8-3720-A6B03C2B8CA5}"/>
          </ac:spMkLst>
        </pc:spChg>
        <pc:spChg chg="mod">
          <ac:chgData name="Luke Watson" userId="82288e9e-916d-45ff-b890-5df92c93dc25" providerId="ADAL" clId="{70B4D0D8-36C6-43BB-840D-F8352A2F3CD2}" dt="2026-10-07T13:50:45.699" v="5510"/>
          <ac:spMkLst>
            <pc:docMk/>
            <pc:sldMk cId="3880698086" sldId="278"/>
            <ac:spMk id="23" creationId="{4D1B2F68-BF48-6C7D-8EA3-92609DAB6C7E}"/>
          </ac:spMkLst>
        </pc:spChg>
        <pc:grpChg chg="mod">
          <ac:chgData name="Luke Watson" userId="82288e9e-916d-45ff-b890-5df92c93dc25" providerId="ADAL" clId="{70B4D0D8-36C6-43BB-840D-F8352A2F3CD2}" dt="2026-10-07T16:19:22.757" v="6224" actId="14100"/>
          <ac:grpSpMkLst>
            <pc:docMk/>
            <pc:sldMk cId="3880698086" sldId="278"/>
            <ac:grpSpMk id="9" creationId="{FC1D85B5-BD5A-5970-360B-7B7698A164E9}"/>
          </ac:grpSpMkLst>
        </pc:grpChg>
        <pc:grpChg chg="add del mod ord">
          <ac:chgData name="Luke Watson" userId="82288e9e-916d-45ff-b890-5df92c93dc25" providerId="ADAL" clId="{70B4D0D8-36C6-43BB-840D-F8352A2F3CD2}" dt="2026-10-07T16:03:35.322" v="5729" actId="165"/>
          <ac:grpSpMkLst>
            <pc:docMk/>
            <pc:sldMk cId="3880698086" sldId="278"/>
            <ac:grpSpMk id="11" creationId="{22A47681-62AF-3421-0624-1011587D613C}"/>
          </ac:grpSpMkLst>
        </pc:grpChg>
        <pc:grpChg chg="add del mod">
          <ac:chgData name="Luke Watson" userId="82288e9e-916d-45ff-b890-5df92c93dc25" providerId="ADAL" clId="{70B4D0D8-36C6-43BB-840D-F8352A2F3CD2}" dt="2026-10-07T13:51:14.368" v="5513" actId="478"/>
          <ac:grpSpMkLst>
            <pc:docMk/>
            <pc:sldMk cId="3880698086" sldId="278"/>
            <ac:grpSpMk id="21" creationId="{CF76BC40-21FA-0D12-EAB1-01F0EC400B4A}"/>
          </ac:grpSpMkLst>
        </pc:grpChg>
        <pc:picChg chg="add mod">
          <ac:chgData name="Luke Watson" userId="82288e9e-916d-45ff-b890-5df92c93dc25" providerId="ADAL" clId="{70B4D0D8-36C6-43BB-840D-F8352A2F3CD2}" dt="2026-10-07T13:49:23.583" v="5485" actId="1038"/>
          <ac:picMkLst>
            <pc:docMk/>
            <pc:sldMk cId="3880698086" sldId="278"/>
            <ac:picMk id="7" creationId="{1252B157-E282-DB3E-DADD-FA3DF3999510}"/>
          </ac:picMkLst>
        </pc:picChg>
        <pc:picChg chg="del">
          <ac:chgData name="Luke Watson" userId="82288e9e-916d-45ff-b890-5df92c93dc25" providerId="ADAL" clId="{70B4D0D8-36C6-43BB-840D-F8352A2F3CD2}" dt="2026-10-07T13:49:57.043" v="5500" actId="478"/>
          <ac:picMkLst>
            <pc:docMk/>
            <pc:sldMk cId="3880698086" sldId="278"/>
            <ac:picMk id="9" creationId="{0F927BAB-52B3-C8FB-7690-03DE53948AF7}"/>
          </ac:picMkLst>
        </pc:picChg>
        <pc:picChg chg="mod">
          <ac:chgData name="Luke Watson" userId="82288e9e-916d-45ff-b890-5df92c93dc25" providerId="ADAL" clId="{70B4D0D8-36C6-43BB-840D-F8352A2F3CD2}" dt="2026-10-07T13:49:26.091" v="5497" actId="1037"/>
          <ac:picMkLst>
            <pc:docMk/>
            <pc:sldMk cId="3880698086" sldId="278"/>
            <ac:picMk id="16" creationId="{FF1A28DB-77E2-3269-5764-EF7F8042982E}"/>
          </ac:picMkLst>
        </pc:picChg>
      </pc:sldChg>
      <pc:sldChg chg="delSp add del mod delAnim">
        <pc:chgData name="Luke Watson" userId="82288e9e-916d-45ff-b890-5df92c93dc25" providerId="ADAL" clId="{70B4D0D8-36C6-43BB-840D-F8352A2F3CD2}" dt="2026-10-07T13:51:10.335" v="5512" actId="47"/>
        <pc:sldMkLst>
          <pc:docMk/>
          <pc:sldMk cId="1148754898" sldId="279"/>
        </pc:sldMkLst>
        <pc:grpChg chg="del">
          <ac:chgData name="Luke Watson" userId="82288e9e-916d-45ff-b890-5df92c93dc25" providerId="ADAL" clId="{70B4D0D8-36C6-43BB-840D-F8352A2F3CD2}" dt="2026-10-07T13:51:06.293" v="5511" actId="478"/>
          <ac:grpSpMkLst>
            <pc:docMk/>
            <pc:sldMk cId="1148754898" sldId="279"/>
            <ac:grpSpMk id="11" creationId="{AD6E1C5C-C9DA-96B4-8D55-F14D31159983}"/>
          </ac:grpSpMkLst>
        </pc:grpChg>
      </pc:sldChg>
      <pc:sldChg chg="modSp mod">
        <pc:chgData name="Luke Watson" userId="82288e9e-916d-45ff-b890-5df92c93dc25" providerId="ADAL" clId="{70B4D0D8-36C6-43BB-840D-F8352A2F3CD2}" dt="2026-10-07T16:28:03.877" v="6296" actId="207"/>
        <pc:sldMkLst>
          <pc:docMk/>
          <pc:sldMk cId="2260395011" sldId="279"/>
        </pc:sldMkLst>
        <pc:spChg chg="mod">
          <ac:chgData name="Luke Watson" userId="82288e9e-916d-45ff-b890-5df92c93dc25" providerId="ADAL" clId="{70B4D0D8-36C6-43BB-840D-F8352A2F3CD2}" dt="2026-10-07T16:28:03.877" v="6296" actId="207"/>
          <ac:spMkLst>
            <pc:docMk/>
            <pc:sldMk cId="2260395011" sldId="279"/>
            <ac:spMk id="8" creationId="{3C559711-3A92-F6D3-0E70-20A0381EBBE3}"/>
          </ac:spMkLst>
        </pc:spChg>
      </pc:sldChg>
      <pc:sldChg chg="modSp mod">
        <pc:chgData name="Luke Watson" userId="82288e9e-916d-45ff-b890-5df92c93dc25" providerId="ADAL" clId="{70B4D0D8-36C6-43BB-840D-F8352A2F3CD2}" dt="2026-10-07T16:50:02.014" v="6355" actId="20577"/>
        <pc:sldMkLst>
          <pc:docMk/>
          <pc:sldMk cId="1155149298" sldId="280"/>
        </pc:sldMkLst>
        <pc:spChg chg="mod">
          <ac:chgData name="Luke Watson" userId="82288e9e-916d-45ff-b890-5df92c93dc25" providerId="ADAL" clId="{70B4D0D8-36C6-43BB-840D-F8352A2F3CD2}" dt="2026-10-07T16:50:02.014" v="6355" actId="20577"/>
          <ac:spMkLst>
            <pc:docMk/>
            <pc:sldMk cId="1155149298" sldId="280"/>
            <ac:spMk id="8" creationId="{B8C91668-CBBB-2368-62D2-9109D9B06CF6}"/>
          </ac:spMkLst>
        </pc:spChg>
      </pc:sldChg>
      <pc:sldChg chg="addSp modSp mod">
        <pc:chgData name="Luke Watson" userId="82288e9e-916d-45ff-b890-5df92c93dc25" providerId="ADAL" clId="{70B4D0D8-36C6-43BB-840D-F8352A2F3CD2}" dt="2026-10-07T17:17:48.824" v="6380" actId="1076"/>
        <pc:sldMkLst>
          <pc:docMk/>
          <pc:sldMk cId="2197824750" sldId="281"/>
        </pc:sldMkLst>
        <pc:spChg chg="mod">
          <ac:chgData name="Luke Watson" userId="82288e9e-916d-45ff-b890-5df92c93dc25" providerId="ADAL" clId="{70B4D0D8-36C6-43BB-840D-F8352A2F3CD2}" dt="2026-10-07T17:17:34.334" v="6377" actId="14100"/>
          <ac:spMkLst>
            <pc:docMk/>
            <pc:sldMk cId="2197824750" sldId="281"/>
            <ac:spMk id="12" creationId="{B34FEBA4-2D32-8C23-D9DA-AEBE299F1FFF}"/>
          </ac:spMkLst>
        </pc:spChg>
        <pc:spChg chg="mod ord">
          <ac:chgData name="Luke Watson" userId="82288e9e-916d-45ff-b890-5df92c93dc25" providerId="ADAL" clId="{70B4D0D8-36C6-43BB-840D-F8352A2F3CD2}" dt="2026-10-07T17:17:48.824" v="6380" actId="1076"/>
          <ac:spMkLst>
            <pc:docMk/>
            <pc:sldMk cId="2197824750" sldId="281"/>
            <ac:spMk id="14" creationId="{CF47A801-FC70-75AF-FE71-2DDC80F27801}"/>
          </ac:spMkLst>
        </pc:spChg>
        <pc:picChg chg="add mod modCrop">
          <ac:chgData name="Luke Watson" userId="82288e9e-916d-45ff-b890-5df92c93dc25" providerId="ADAL" clId="{70B4D0D8-36C6-43BB-840D-F8352A2F3CD2}" dt="2026-10-07T17:14:51.658" v="6371" actId="18131"/>
          <ac:picMkLst>
            <pc:docMk/>
            <pc:sldMk cId="2197824750" sldId="281"/>
            <ac:picMk id="7" creationId="{1BC894C0-58B5-D489-450D-4038FD9C23B9}"/>
          </ac:picMkLst>
        </pc:picChg>
      </pc:sldChg>
      <pc:sldChg chg="addSp delSp modSp new mod">
        <pc:chgData name="Luke Watson" userId="82288e9e-916d-45ff-b890-5df92c93dc25" providerId="ADAL" clId="{70B4D0D8-36C6-43BB-840D-F8352A2F3CD2}" dt="2026-10-07T17:20:39.998" v="6726" actId="931"/>
        <pc:sldMkLst>
          <pc:docMk/>
          <pc:sldMk cId="143137100" sldId="282"/>
        </pc:sldMkLst>
        <pc:spChg chg="mod">
          <ac:chgData name="Luke Watson" userId="82288e9e-916d-45ff-b890-5df92c93dc25" providerId="ADAL" clId="{70B4D0D8-36C6-43BB-840D-F8352A2F3CD2}" dt="2026-10-07T17:19:54.797" v="6725" actId="2711"/>
          <ac:spMkLst>
            <pc:docMk/>
            <pc:sldMk cId="143137100" sldId="282"/>
            <ac:spMk id="2" creationId="{67A518C9-1030-078E-8A13-4A4798C91016}"/>
          </ac:spMkLst>
        </pc:spChg>
        <pc:spChg chg="mod">
          <ac:chgData name="Luke Watson" userId="82288e9e-916d-45ff-b890-5df92c93dc25" providerId="ADAL" clId="{70B4D0D8-36C6-43BB-840D-F8352A2F3CD2}" dt="2026-10-07T17:18:08.058" v="6389" actId="20577"/>
          <ac:spMkLst>
            <pc:docMk/>
            <pc:sldMk cId="143137100" sldId="282"/>
            <ac:spMk id="3" creationId="{660BA2A8-E54B-2CF7-50B0-DC0557315E88}"/>
          </ac:spMkLst>
        </pc:spChg>
        <pc:spChg chg="del">
          <ac:chgData name="Luke Watson" userId="82288e9e-916d-45ff-b890-5df92c93dc25" providerId="ADAL" clId="{70B4D0D8-36C6-43BB-840D-F8352A2F3CD2}" dt="2026-10-07T17:20:39.998" v="6726" actId="931"/>
          <ac:spMkLst>
            <pc:docMk/>
            <pc:sldMk cId="143137100" sldId="282"/>
            <ac:spMk id="5" creationId="{2813BC6B-2462-4A97-7694-100FFCB39F92}"/>
          </ac:spMkLst>
        </pc:spChg>
        <pc:picChg chg="add mod ord">
          <ac:chgData name="Luke Watson" userId="82288e9e-916d-45ff-b890-5df92c93dc25" providerId="ADAL" clId="{70B4D0D8-36C6-43BB-840D-F8352A2F3CD2}" dt="2026-10-07T17:20:39.998" v="6726" actId="931"/>
          <ac:picMkLst>
            <pc:docMk/>
            <pc:sldMk cId="143137100" sldId="282"/>
            <ac:picMk id="7" creationId="{5107D347-5FA6-508C-8812-9F9804AEE80B}"/>
          </ac:picMkLst>
        </pc:picChg>
      </pc:sldChg>
      <pc:sldChg chg="delSp modSp mod delAnim">
        <pc:chgData name="Luke Watson" userId="82288e9e-916d-45ff-b890-5df92c93dc25" providerId="ADAL" clId="{70B4D0D8-36C6-43BB-840D-F8352A2F3CD2}" dt="2026-10-07T17:30:43.209" v="6840" actId="207"/>
        <pc:sldMkLst>
          <pc:docMk/>
          <pc:sldMk cId="3254536726" sldId="283"/>
        </pc:sldMkLst>
        <pc:spChg chg="mod topLvl">
          <ac:chgData name="Luke Watson" userId="82288e9e-916d-45ff-b890-5df92c93dc25" providerId="ADAL" clId="{70B4D0D8-36C6-43BB-840D-F8352A2F3CD2}" dt="2026-10-07T17:30:33.445" v="6838" actId="14100"/>
          <ac:spMkLst>
            <pc:docMk/>
            <pc:sldMk cId="3254536726" sldId="283"/>
            <ac:spMk id="5" creationId="{AA096575-548B-08B2-10BF-DADE911F0749}"/>
          </ac:spMkLst>
        </pc:spChg>
        <pc:spChg chg="mod">
          <ac:chgData name="Luke Watson" userId="82288e9e-916d-45ff-b890-5df92c93dc25" providerId="ADAL" clId="{70B4D0D8-36C6-43BB-840D-F8352A2F3CD2}" dt="2026-10-07T17:30:43.209" v="6840" actId="207"/>
          <ac:spMkLst>
            <pc:docMk/>
            <pc:sldMk cId="3254536726" sldId="283"/>
            <ac:spMk id="8" creationId="{7497710E-EC43-2D41-12DD-18CFCD5BF91D}"/>
          </ac:spMkLst>
        </pc:spChg>
        <pc:grpChg chg="del">
          <ac:chgData name="Luke Watson" userId="82288e9e-916d-45ff-b890-5df92c93dc25" providerId="ADAL" clId="{70B4D0D8-36C6-43BB-840D-F8352A2F3CD2}" dt="2026-10-07T17:26:22.425" v="6727" actId="478"/>
          <ac:grpSpMkLst>
            <pc:docMk/>
            <pc:sldMk cId="3254536726" sldId="283"/>
            <ac:grpSpMk id="16" creationId="{AC89FA64-C551-7031-67B5-26E8EB5F732E}"/>
          </ac:grpSpMkLst>
        </pc:grpChg>
        <pc:picChg chg="del topLvl">
          <ac:chgData name="Luke Watson" userId="82288e9e-916d-45ff-b890-5df92c93dc25" providerId="ADAL" clId="{70B4D0D8-36C6-43BB-840D-F8352A2F3CD2}" dt="2026-10-07T17:26:22.425" v="6727" actId="478"/>
          <ac:picMkLst>
            <pc:docMk/>
            <pc:sldMk cId="3254536726" sldId="283"/>
            <ac:picMk id="11" creationId="{DC7E87E4-4118-422F-F5FE-B5B73A144B72}"/>
          </ac:picMkLst>
        </pc:picChg>
      </pc:sldChg>
      <pc:sldChg chg="modSp mod">
        <pc:chgData name="Luke Watson" userId="82288e9e-916d-45ff-b890-5df92c93dc25" providerId="ADAL" clId="{70B4D0D8-36C6-43BB-840D-F8352A2F3CD2}" dt="2026-10-07T18:23:59.796" v="7124" actId="20577"/>
        <pc:sldMkLst>
          <pc:docMk/>
          <pc:sldMk cId="1330447057" sldId="285"/>
        </pc:sldMkLst>
        <pc:spChg chg="mod">
          <ac:chgData name="Luke Watson" userId="82288e9e-916d-45ff-b890-5df92c93dc25" providerId="ADAL" clId="{70B4D0D8-36C6-43BB-840D-F8352A2F3CD2}" dt="2026-10-07T18:23:59.796" v="7124" actId="20577"/>
          <ac:spMkLst>
            <pc:docMk/>
            <pc:sldMk cId="1330447057" sldId="285"/>
            <ac:spMk id="2" creationId="{816A1E72-F924-4613-95B6-58E1947AC77E}"/>
          </ac:spMkLst>
        </pc:spChg>
      </pc:sldChg>
      <pc:sldChg chg="modSp new mod">
        <pc:chgData name="Luke Watson" userId="82288e9e-916d-45ff-b890-5df92c93dc25" providerId="ADAL" clId="{70B4D0D8-36C6-43BB-840D-F8352A2F3CD2}" dt="2026-10-07T18:24:54.899" v="7301" actId="20577"/>
        <pc:sldMkLst>
          <pc:docMk/>
          <pc:sldMk cId="1924850657" sldId="286"/>
        </pc:sldMkLst>
        <pc:spChg chg="mod">
          <ac:chgData name="Luke Watson" userId="82288e9e-916d-45ff-b890-5df92c93dc25" providerId="ADAL" clId="{70B4D0D8-36C6-43BB-840D-F8352A2F3CD2}" dt="2026-10-07T18:24:54.899" v="7301" actId="20577"/>
          <ac:spMkLst>
            <pc:docMk/>
            <pc:sldMk cId="1924850657" sldId="286"/>
            <ac:spMk id="2" creationId="{69827ABE-F2FE-CD6D-4A45-467A36AF4595}"/>
          </ac:spMkLst>
        </pc:spChg>
        <pc:spChg chg="mod">
          <ac:chgData name="Luke Watson" userId="82288e9e-916d-45ff-b890-5df92c93dc25" providerId="ADAL" clId="{70B4D0D8-36C6-43BB-840D-F8352A2F3CD2}" dt="2026-10-07T18:24:24.141" v="7147" actId="20577"/>
          <ac:spMkLst>
            <pc:docMk/>
            <pc:sldMk cId="1924850657" sldId="286"/>
            <ac:spMk id="3" creationId="{C0F3BAF1-DB39-9D74-1428-C63AE8BA2491}"/>
          </ac:spMkLst>
        </pc:spChg>
      </pc:sldChg>
      <pc:sldMasterChg chg="modSldLayout">
        <pc:chgData name="Luke Watson" userId="82288e9e-916d-45ff-b890-5df92c93dc25" providerId="ADAL" clId="{70B4D0D8-36C6-43BB-840D-F8352A2F3CD2}" dt="2026-10-06T15:25:22.420" v="208" actId="688"/>
        <pc:sldMasterMkLst>
          <pc:docMk/>
          <pc:sldMasterMk cId="2313912604" sldId="2147483648"/>
        </pc:sldMasterMkLst>
        <pc:sldLayoutChg chg="addSp delSp modSp mod">
          <pc:chgData name="Luke Watson" userId="82288e9e-916d-45ff-b890-5df92c93dc25" providerId="ADAL" clId="{70B4D0D8-36C6-43BB-840D-F8352A2F3CD2}" dt="2026-10-06T15:25:22.420" v="208" actId="688"/>
          <pc:sldLayoutMkLst>
            <pc:docMk/>
            <pc:sldMasterMk cId="2313912604" sldId="2147483648"/>
            <pc:sldLayoutMk cId="4268689736" sldId="2147483649"/>
          </pc:sldLayoutMkLst>
          <pc:spChg chg="mod ord">
            <ac:chgData name="Luke Watson" userId="82288e9e-916d-45ff-b890-5df92c93dc25" providerId="ADAL" clId="{70B4D0D8-36C6-43BB-840D-F8352A2F3CD2}" dt="2026-10-06T15:23:20.326" v="195" actId="14100"/>
            <ac:spMkLst>
              <pc:docMk/>
              <pc:sldMasterMk cId="2313912604" sldId="2147483648"/>
              <pc:sldLayoutMk cId="4268689736" sldId="2147483649"/>
              <ac:spMk id="2" creationId="{0C690926-0D56-3093-7DDE-CC9512024DDC}"/>
            </ac:spMkLst>
          </pc:spChg>
          <pc:spChg chg="mod">
            <ac:chgData name="Luke Watson" userId="82288e9e-916d-45ff-b890-5df92c93dc25" providerId="ADAL" clId="{70B4D0D8-36C6-43BB-840D-F8352A2F3CD2}" dt="2026-10-06T15:24:03.600" v="198" actId="947"/>
            <ac:spMkLst>
              <pc:docMk/>
              <pc:sldMasterMk cId="2313912604" sldId="2147483648"/>
              <pc:sldLayoutMk cId="4268689736" sldId="2147483649"/>
              <ac:spMk id="3" creationId="{0D8247B7-C45E-CD1A-E209-89BCA17E98D7}"/>
            </ac:spMkLst>
          </pc:spChg>
          <pc:spChg chg="mod">
            <ac:chgData name="Luke Watson" userId="82288e9e-916d-45ff-b890-5df92c93dc25" providerId="ADAL" clId="{70B4D0D8-36C6-43BB-840D-F8352A2F3CD2}" dt="2026-10-06T15:25:22.420" v="208" actId="688"/>
            <ac:spMkLst>
              <pc:docMk/>
              <pc:sldMasterMk cId="2313912604" sldId="2147483648"/>
              <pc:sldLayoutMk cId="4268689736" sldId="2147483649"/>
              <ac:spMk id="4" creationId="{C6BA8F74-F297-8539-D014-5E4A39C8F900}"/>
            </ac:spMkLst>
          </pc:spChg>
          <pc:spChg chg="mod">
            <ac:chgData name="Luke Watson" userId="82288e9e-916d-45ff-b890-5df92c93dc25" providerId="ADAL" clId="{70B4D0D8-36C6-43BB-840D-F8352A2F3CD2}" dt="2026-10-06T03:15:01.017" v="93" actId="1076"/>
            <ac:spMkLst>
              <pc:docMk/>
              <pc:sldMasterMk cId="2313912604" sldId="2147483648"/>
              <pc:sldLayoutMk cId="4268689736" sldId="2147483649"/>
              <ac:spMk id="6" creationId="{98E16ABB-C1DC-CDCE-2A6B-F6552AA6B97E}"/>
            </ac:spMkLst>
          </pc:spChg>
          <pc:spChg chg="del mod">
            <ac:chgData name="Luke Watson" userId="82288e9e-916d-45ff-b890-5df92c93dc25" providerId="ADAL" clId="{70B4D0D8-36C6-43BB-840D-F8352A2F3CD2}" dt="2026-10-06T15:19:35.983" v="173" actId="478"/>
            <ac:spMkLst>
              <pc:docMk/>
              <pc:sldMasterMk cId="2313912604" sldId="2147483648"/>
              <pc:sldLayoutMk cId="4268689736" sldId="2147483649"/>
              <ac:spMk id="7" creationId="{77B4F649-B739-0B83-1070-B3AB91237DB3}"/>
            </ac:spMkLst>
          </pc:spChg>
          <pc:spChg chg="add mod ord">
            <ac:chgData name="Luke Watson" userId="82288e9e-916d-45ff-b890-5df92c93dc25" providerId="ADAL" clId="{70B4D0D8-36C6-43BB-840D-F8352A2F3CD2}" dt="2026-10-06T15:15:03.865" v="111" actId="207"/>
            <ac:spMkLst>
              <pc:docMk/>
              <pc:sldMasterMk cId="2313912604" sldId="2147483648"/>
              <pc:sldLayoutMk cId="4268689736" sldId="2147483649"/>
              <ac:spMk id="9" creationId="{8B4BD4A2-B368-686A-F92D-2906B786BC69}"/>
            </ac:spMkLst>
          </pc:spChg>
        </pc:sldLayoutChg>
        <pc:sldLayoutChg chg="addSp delSp modSp mod">
          <pc:chgData name="Luke Watson" userId="82288e9e-916d-45ff-b890-5df92c93dc25" providerId="ADAL" clId="{70B4D0D8-36C6-43BB-840D-F8352A2F3CD2}" dt="2026-10-06T15:24:46.961" v="202"/>
          <pc:sldLayoutMkLst>
            <pc:docMk/>
            <pc:sldMasterMk cId="2313912604" sldId="2147483648"/>
            <pc:sldLayoutMk cId="4262542036" sldId="2147483650"/>
          </pc:sldLayoutMkLst>
          <pc:spChg chg="del">
            <ac:chgData name="Luke Watson" userId="82288e9e-916d-45ff-b890-5df92c93dc25" providerId="ADAL" clId="{70B4D0D8-36C6-43BB-840D-F8352A2F3CD2}" dt="2026-10-06T15:24:46.459" v="201" actId="478"/>
            <ac:spMkLst>
              <pc:docMk/>
              <pc:sldMasterMk cId="2313912604" sldId="2147483648"/>
              <pc:sldLayoutMk cId="4262542036" sldId="2147483650"/>
              <ac:spMk id="4" creationId="{C20D5D8E-E35A-9898-304C-58FC2A6C421F}"/>
            </ac:spMkLst>
          </pc:spChg>
          <pc:spChg chg="del mod ord">
            <ac:chgData name="Luke Watson" userId="82288e9e-916d-45ff-b890-5df92c93dc25" providerId="ADAL" clId="{70B4D0D8-36C6-43BB-840D-F8352A2F3CD2}" dt="2026-10-06T15:23:00.656" v="191" actId="478"/>
            <ac:spMkLst>
              <pc:docMk/>
              <pc:sldMasterMk cId="2313912604" sldId="2147483648"/>
              <pc:sldLayoutMk cId="4262542036" sldId="2147483650"/>
              <ac:spMk id="9" creationId="{B2091359-28CF-8FA1-3F6B-385616EEECD5}"/>
            </ac:spMkLst>
          </pc:spChg>
          <pc:spChg chg="mod">
            <ac:chgData name="Luke Watson" userId="82288e9e-916d-45ff-b890-5df92c93dc25" providerId="ADAL" clId="{70B4D0D8-36C6-43BB-840D-F8352A2F3CD2}" dt="2026-10-06T03:14:51.082" v="92" actId="1076"/>
            <ac:spMkLst>
              <pc:docMk/>
              <pc:sldMasterMk cId="2313912604" sldId="2147483648"/>
              <pc:sldLayoutMk cId="4262542036" sldId="2147483650"/>
              <ac:spMk id="12" creationId="{FF3CAC4E-5EAE-3E76-B49C-5092851AAF32}"/>
            </ac:spMkLst>
          </pc:spChg>
          <pc:spChg chg="mod">
            <ac:chgData name="Luke Watson" userId="82288e9e-916d-45ff-b890-5df92c93dc25" providerId="ADAL" clId="{70B4D0D8-36C6-43BB-840D-F8352A2F3CD2}" dt="2026-10-06T15:16:29.418" v="131" actId="14100"/>
            <ac:spMkLst>
              <pc:docMk/>
              <pc:sldMasterMk cId="2313912604" sldId="2147483648"/>
              <pc:sldLayoutMk cId="4262542036" sldId="2147483650"/>
              <ac:spMk id="13" creationId="{181326AB-7EE2-A34A-5C17-B82FB8F1F0B7}"/>
            </ac:spMkLst>
          </pc:spChg>
          <pc:spChg chg="add mod">
            <ac:chgData name="Luke Watson" userId="82288e9e-916d-45ff-b890-5df92c93dc25" providerId="ADAL" clId="{70B4D0D8-36C6-43BB-840D-F8352A2F3CD2}" dt="2026-10-06T15:23:28.250" v="196" actId="14100"/>
            <ac:spMkLst>
              <pc:docMk/>
              <pc:sldMasterMk cId="2313912604" sldId="2147483648"/>
              <pc:sldLayoutMk cId="4262542036" sldId="2147483650"/>
              <ac:spMk id="14" creationId="{B591BCAE-95C5-9C9C-6D06-2EA47E1F6604}"/>
            </ac:spMkLst>
          </pc:spChg>
          <pc:spChg chg="add mod">
            <ac:chgData name="Luke Watson" userId="82288e9e-916d-45ff-b890-5df92c93dc25" providerId="ADAL" clId="{70B4D0D8-36C6-43BB-840D-F8352A2F3CD2}" dt="2026-10-06T15:24:46.961" v="202"/>
            <ac:spMkLst>
              <pc:docMk/>
              <pc:sldMasterMk cId="2313912604" sldId="2147483648"/>
              <pc:sldLayoutMk cId="4262542036" sldId="2147483650"/>
              <ac:spMk id="15" creationId="{5870EBB6-108E-64E8-99FB-118778503F2E}"/>
            </ac:spMkLst>
          </pc:spChg>
        </pc:sldLayoutChg>
        <pc:sldLayoutChg chg="addSp delSp modSp mod">
          <pc:chgData name="Luke Watson" userId="82288e9e-916d-45ff-b890-5df92c93dc25" providerId="ADAL" clId="{70B4D0D8-36C6-43BB-840D-F8352A2F3CD2}" dt="2026-10-06T15:24:51.307" v="204"/>
          <pc:sldLayoutMkLst>
            <pc:docMk/>
            <pc:sldMasterMk cId="2313912604" sldId="2147483648"/>
            <pc:sldLayoutMk cId="617273728" sldId="2147483651"/>
          </pc:sldLayoutMkLst>
          <pc:spChg chg="del">
            <ac:chgData name="Luke Watson" userId="82288e9e-916d-45ff-b890-5df92c93dc25" providerId="ADAL" clId="{70B4D0D8-36C6-43BB-840D-F8352A2F3CD2}" dt="2026-10-06T15:24:50.598" v="203" actId="478"/>
            <ac:spMkLst>
              <pc:docMk/>
              <pc:sldMasterMk cId="2313912604" sldId="2147483648"/>
              <pc:sldLayoutMk cId="617273728" sldId="2147483651"/>
              <ac:spMk id="4" creationId="{C20D5D8E-E35A-9898-304C-58FC2A6C421F}"/>
            </ac:spMkLst>
          </pc:spChg>
          <pc:spChg chg="add mod">
            <ac:chgData name="Luke Watson" userId="82288e9e-916d-45ff-b890-5df92c93dc25" providerId="ADAL" clId="{70B4D0D8-36C6-43BB-840D-F8352A2F3CD2}" dt="2026-10-06T15:23:34.123" v="197" actId="14100"/>
            <ac:spMkLst>
              <pc:docMk/>
              <pc:sldMasterMk cId="2313912604" sldId="2147483648"/>
              <pc:sldLayoutMk cId="617273728" sldId="2147483651"/>
              <ac:spMk id="8" creationId="{6A255E58-F040-68C5-09DD-EF430C8795BB}"/>
            </ac:spMkLst>
          </pc:spChg>
          <pc:spChg chg="del mod ord">
            <ac:chgData name="Luke Watson" userId="82288e9e-916d-45ff-b890-5df92c93dc25" providerId="ADAL" clId="{70B4D0D8-36C6-43BB-840D-F8352A2F3CD2}" dt="2026-10-06T15:23:05.513" v="193" actId="478"/>
            <ac:spMkLst>
              <pc:docMk/>
              <pc:sldMasterMk cId="2313912604" sldId="2147483648"/>
              <pc:sldLayoutMk cId="617273728" sldId="2147483651"/>
              <ac:spMk id="9" creationId="{B2091359-28CF-8FA1-3F6B-385616EEECD5}"/>
            </ac:spMkLst>
          </pc:spChg>
          <pc:spChg chg="add mod">
            <ac:chgData name="Luke Watson" userId="82288e9e-916d-45ff-b890-5df92c93dc25" providerId="ADAL" clId="{70B4D0D8-36C6-43BB-840D-F8352A2F3CD2}" dt="2026-10-06T15:24:51.307" v="204"/>
            <ac:spMkLst>
              <pc:docMk/>
              <pc:sldMasterMk cId="2313912604" sldId="2147483648"/>
              <pc:sldLayoutMk cId="617273728" sldId="2147483651"/>
              <ac:spMk id="10" creationId="{6B15AAF6-2968-16E2-6588-FED1B85A3FF0}"/>
            </ac:spMkLst>
          </pc:spChg>
          <pc:spChg chg="del">
            <ac:chgData name="Luke Watson" userId="82288e9e-916d-45ff-b890-5df92c93dc25" providerId="ADAL" clId="{70B4D0D8-36C6-43BB-840D-F8352A2F3CD2}" dt="2026-10-06T03:14:25.861" v="90" actId="478"/>
            <ac:spMkLst>
              <pc:docMk/>
              <pc:sldMasterMk cId="2313912604" sldId="2147483648"/>
              <pc:sldLayoutMk cId="617273728" sldId="2147483651"/>
              <ac:spMk id="11" creationId="{28B01B39-C115-97FA-1369-C3872769E492}"/>
            </ac:spMkLst>
          </pc:spChg>
          <pc:spChg chg="mod">
            <ac:chgData name="Luke Watson" userId="82288e9e-916d-45ff-b890-5df92c93dc25" providerId="ADAL" clId="{70B4D0D8-36C6-43BB-840D-F8352A2F3CD2}" dt="2026-10-06T03:14:40.815" v="91" actId="1076"/>
            <ac:spMkLst>
              <pc:docMk/>
              <pc:sldMasterMk cId="2313912604" sldId="2147483648"/>
              <pc:sldLayoutMk cId="617273728" sldId="2147483651"/>
              <ac:spMk id="12" creationId="{FF3CAC4E-5EAE-3E76-B49C-5092851AAF32}"/>
            </ac:spMkLst>
          </pc:spChg>
          <pc:spChg chg="mod">
            <ac:chgData name="Luke Watson" userId="82288e9e-916d-45ff-b890-5df92c93dc25" providerId="ADAL" clId="{70B4D0D8-36C6-43BB-840D-F8352A2F3CD2}" dt="2026-10-06T15:17:00.446" v="134" actId="14100"/>
            <ac:spMkLst>
              <pc:docMk/>
              <pc:sldMasterMk cId="2313912604" sldId="2147483648"/>
              <pc:sldLayoutMk cId="617273728" sldId="2147483651"/>
              <ac:spMk id="13" creationId="{181326AB-7EE2-A34A-5C17-B82FB8F1F0B7}"/>
            </ac:spMkLst>
          </pc:spChg>
        </pc:sldLayoutChg>
      </pc:sldMasterChg>
    </pc:docChg>
  </pc:docChgLst>
  <pc:docChgLst>
    <pc:chgData name="Luke Watson" userId="82288e9e-916d-45ff-b890-5df92c93dc25" providerId="ADAL" clId="{F1BCFA4A-8901-424D-8304-C94205707DC4}"/>
    <pc:docChg chg="undo redo custSel addSld delSld modSld sldOrd modMainMaster">
      <pc:chgData name="Luke Watson" userId="82288e9e-916d-45ff-b890-5df92c93dc25" providerId="ADAL" clId="{F1BCFA4A-8901-424D-8304-C94205707DC4}" dt="2026-10-07T18:45:48.583" v="8602" actId="167"/>
      <pc:docMkLst>
        <pc:docMk/>
      </pc:docMkLst>
      <pc:sldChg chg="modSp mod">
        <pc:chgData name="Luke Watson" userId="82288e9e-916d-45ff-b890-5df92c93dc25" providerId="ADAL" clId="{F1BCFA4A-8901-424D-8304-C94205707DC4}" dt="2026-10-06T18:50:39.775" v="3" actId="947"/>
        <pc:sldMkLst>
          <pc:docMk/>
          <pc:sldMk cId="2730663033" sldId="256"/>
        </pc:sldMkLst>
        <pc:spChg chg="mod">
          <ac:chgData name="Luke Watson" userId="82288e9e-916d-45ff-b890-5df92c93dc25" providerId="ADAL" clId="{F1BCFA4A-8901-424D-8304-C94205707DC4}" dt="2026-10-06T18:50:13.649" v="1" actId="1076"/>
          <ac:spMkLst>
            <pc:docMk/>
            <pc:sldMk cId="2730663033" sldId="256"/>
            <ac:spMk id="2" creationId="{772F1493-D6C5-38AA-FAB4-BE6468EF1657}"/>
          </ac:spMkLst>
        </pc:spChg>
        <pc:spChg chg="mod">
          <ac:chgData name="Luke Watson" userId="82288e9e-916d-45ff-b890-5df92c93dc25" providerId="ADAL" clId="{F1BCFA4A-8901-424D-8304-C94205707DC4}" dt="2026-10-06T18:50:39.775" v="3" actId="947"/>
          <ac:spMkLst>
            <pc:docMk/>
            <pc:sldMk cId="2730663033" sldId="256"/>
            <ac:spMk id="16" creationId="{1783642E-B3B1-E72E-BCF4-BB373119D32C}"/>
          </ac:spMkLst>
        </pc:spChg>
      </pc:sldChg>
      <pc:sldChg chg="addSp delSp modSp mod">
        <pc:chgData name="Luke Watson" userId="82288e9e-916d-45ff-b890-5df92c93dc25" providerId="ADAL" clId="{F1BCFA4A-8901-424D-8304-C94205707DC4}" dt="2026-10-06T22:45:32.485" v="4670" actId="207"/>
        <pc:sldMkLst>
          <pc:docMk/>
          <pc:sldMk cId="2153493667" sldId="257"/>
        </pc:sldMkLst>
        <pc:spChg chg="del mod">
          <ac:chgData name="Luke Watson" userId="82288e9e-916d-45ff-b890-5df92c93dc25" providerId="ADAL" clId="{F1BCFA4A-8901-424D-8304-C94205707DC4}" dt="2026-10-06T22:41:23.311" v="4615" actId="478"/>
          <ac:spMkLst>
            <pc:docMk/>
            <pc:sldMk cId="2153493667" sldId="257"/>
            <ac:spMk id="2" creationId="{C4B6700F-F71C-8579-3790-BB169462EC2B}"/>
          </ac:spMkLst>
        </pc:spChg>
        <pc:spChg chg="add mod">
          <ac:chgData name="Luke Watson" userId="82288e9e-916d-45ff-b890-5df92c93dc25" providerId="ADAL" clId="{F1BCFA4A-8901-424D-8304-C94205707DC4}" dt="2026-10-06T22:25:23.508" v="4391" actId="14100"/>
          <ac:spMkLst>
            <pc:docMk/>
            <pc:sldMk cId="2153493667" sldId="257"/>
            <ac:spMk id="17" creationId="{5EF1351A-5290-CE3E-0127-3A0D62E96804}"/>
          </ac:spMkLst>
        </pc:spChg>
        <pc:spChg chg="mod topLvl">
          <ac:chgData name="Luke Watson" userId="82288e9e-916d-45ff-b890-5df92c93dc25" providerId="ADAL" clId="{F1BCFA4A-8901-424D-8304-C94205707DC4}" dt="2026-10-06T22:29:19.555" v="4452" actId="164"/>
          <ac:spMkLst>
            <pc:docMk/>
            <pc:sldMk cId="2153493667" sldId="257"/>
            <ac:spMk id="20" creationId="{8FB045D5-01EB-3ADB-3C1B-6E823E753A20}"/>
          </ac:spMkLst>
        </pc:spChg>
        <pc:spChg chg="mod topLvl">
          <ac:chgData name="Luke Watson" userId="82288e9e-916d-45ff-b890-5df92c93dc25" providerId="ADAL" clId="{F1BCFA4A-8901-424D-8304-C94205707DC4}" dt="2026-10-06T22:32:09.924" v="4528" actId="207"/>
          <ac:spMkLst>
            <pc:docMk/>
            <pc:sldMk cId="2153493667" sldId="257"/>
            <ac:spMk id="24" creationId="{AD8B2F75-1F40-AB84-E1DE-A5DA0B6793B4}"/>
          </ac:spMkLst>
        </pc:spChg>
        <pc:spChg chg="mod topLvl">
          <ac:chgData name="Luke Watson" userId="82288e9e-916d-45ff-b890-5df92c93dc25" providerId="ADAL" clId="{F1BCFA4A-8901-424D-8304-C94205707DC4}" dt="2026-10-06T22:41:13.562" v="4613" actId="164"/>
          <ac:spMkLst>
            <pc:docMk/>
            <pc:sldMk cId="2153493667" sldId="257"/>
            <ac:spMk id="28" creationId="{6D0E66CA-B765-370B-83F0-9217B848AC40}"/>
          </ac:spMkLst>
        </pc:spChg>
        <pc:spChg chg="add del mod">
          <ac:chgData name="Luke Watson" userId="82288e9e-916d-45ff-b890-5df92c93dc25" providerId="ADAL" clId="{F1BCFA4A-8901-424D-8304-C94205707DC4}" dt="2026-10-06T22:41:27.640" v="4616" actId="478"/>
          <ac:spMkLst>
            <pc:docMk/>
            <pc:sldMk cId="2153493667" sldId="257"/>
            <ac:spMk id="36" creationId="{6D1CA850-D517-E089-CC7A-0A182EDA1177}"/>
          </ac:spMkLst>
        </pc:spChg>
        <pc:spChg chg="mod topLvl">
          <ac:chgData name="Luke Watson" userId="82288e9e-916d-45ff-b890-5df92c93dc25" providerId="ADAL" clId="{F1BCFA4A-8901-424D-8304-C94205707DC4}" dt="2026-10-06T22:45:32.485" v="4670" actId="207"/>
          <ac:spMkLst>
            <pc:docMk/>
            <pc:sldMk cId="2153493667" sldId="257"/>
            <ac:spMk id="38" creationId="{0C2375B9-1966-7F6B-B893-A8F1F33DECEF}"/>
          </ac:spMkLst>
        </pc:spChg>
        <pc:grpChg chg="add mod">
          <ac:chgData name="Luke Watson" userId="82288e9e-916d-45ff-b890-5df92c93dc25" providerId="ADAL" clId="{F1BCFA4A-8901-424D-8304-C94205707DC4}" dt="2026-10-06T22:41:39.378" v="4620" actId="1076"/>
          <ac:grpSpMkLst>
            <pc:docMk/>
            <pc:sldMk cId="2153493667" sldId="257"/>
            <ac:grpSpMk id="18" creationId="{D927E6F9-2F29-7CBE-8534-8B1EA79C1575}"/>
          </ac:grpSpMkLst>
        </pc:grpChg>
        <pc:grpChg chg="add del mod">
          <ac:chgData name="Luke Watson" userId="82288e9e-916d-45ff-b890-5df92c93dc25" providerId="ADAL" clId="{F1BCFA4A-8901-424D-8304-C94205707DC4}" dt="2026-10-06T22:24:13.159" v="4364" actId="165"/>
          <ac:grpSpMkLst>
            <pc:docMk/>
            <pc:sldMk cId="2153493667" sldId="257"/>
            <ac:grpSpMk id="19" creationId="{33151CAF-BB07-6735-F8D4-C8C992471220}"/>
          </ac:grpSpMkLst>
        </pc:grpChg>
        <pc:grpChg chg="add mod">
          <ac:chgData name="Luke Watson" userId="82288e9e-916d-45ff-b890-5df92c93dc25" providerId="ADAL" clId="{F1BCFA4A-8901-424D-8304-C94205707DC4}" dt="2026-10-06T22:41:44.100" v="4621" actId="1076"/>
          <ac:grpSpMkLst>
            <pc:docMk/>
            <pc:sldMk cId="2153493667" sldId="257"/>
            <ac:grpSpMk id="22" creationId="{4C101C61-3F04-F5E8-06D4-84ADA3A47234}"/>
          </ac:grpSpMkLst>
        </pc:grpChg>
        <pc:grpChg chg="add del mod">
          <ac:chgData name="Luke Watson" userId="82288e9e-916d-45ff-b890-5df92c93dc25" providerId="ADAL" clId="{F1BCFA4A-8901-424D-8304-C94205707DC4}" dt="2026-10-06T22:30:13.040" v="4461" actId="165"/>
          <ac:grpSpMkLst>
            <pc:docMk/>
            <pc:sldMk cId="2153493667" sldId="257"/>
            <ac:grpSpMk id="23" creationId="{111A32C3-6F07-C4D4-B5CC-D3AD093E1E7B}"/>
          </ac:grpSpMkLst>
        </pc:grpChg>
        <pc:grpChg chg="add mod">
          <ac:chgData name="Luke Watson" userId="82288e9e-916d-45ff-b890-5df92c93dc25" providerId="ADAL" clId="{F1BCFA4A-8901-424D-8304-C94205707DC4}" dt="2026-10-06T22:41:50.172" v="4622" actId="1076"/>
          <ac:grpSpMkLst>
            <pc:docMk/>
            <pc:sldMk cId="2153493667" sldId="257"/>
            <ac:grpSpMk id="26" creationId="{5679FA96-803D-2337-83BF-23C7F09F46AA}"/>
          </ac:grpSpMkLst>
        </pc:grpChg>
        <pc:grpChg chg="add del mod">
          <ac:chgData name="Luke Watson" userId="82288e9e-916d-45ff-b890-5df92c93dc25" providerId="ADAL" clId="{F1BCFA4A-8901-424D-8304-C94205707DC4}" dt="2026-10-06T22:32:23.270" v="4531" actId="165"/>
          <ac:grpSpMkLst>
            <pc:docMk/>
            <pc:sldMk cId="2153493667" sldId="257"/>
            <ac:grpSpMk id="27" creationId="{C2F8574C-76D0-D7F9-D35B-23B34E33141E}"/>
          </ac:grpSpMkLst>
        </pc:grpChg>
        <pc:grpChg chg="add mod">
          <ac:chgData name="Luke Watson" userId="82288e9e-916d-45ff-b890-5df92c93dc25" providerId="ADAL" clId="{F1BCFA4A-8901-424D-8304-C94205707DC4}" dt="2026-10-06T22:41:55.598" v="4623" actId="1076"/>
          <ac:grpSpMkLst>
            <pc:docMk/>
            <pc:sldMk cId="2153493667" sldId="257"/>
            <ac:grpSpMk id="34" creationId="{2CE96A8D-0238-F189-85EF-CFD349B53F62}"/>
          </ac:grpSpMkLst>
        </pc:grpChg>
        <pc:grpChg chg="add del mod">
          <ac:chgData name="Luke Watson" userId="82288e9e-916d-45ff-b890-5df92c93dc25" providerId="ADAL" clId="{F1BCFA4A-8901-424D-8304-C94205707DC4}" dt="2026-10-06T22:44:04.273" v="4628" actId="165"/>
          <ac:grpSpMkLst>
            <pc:docMk/>
            <pc:sldMk cId="2153493667" sldId="257"/>
            <ac:grpSpMk id="37" creationId="{F55E1C9C-A568-94E8-5D76-F35419FA3392}"/>
          </ac:grpSpMkLst>
        </pc:grpChg>
        <pc:picChg chg="add mod ord modCrop">
          <ac:chgData name="Luke Watson" userId="82288e9e-916d-45ff-b890-5df92c93dc25" providerId="ADAL" clId="{F1BCFA4A-8901-424D-8304-C94205707DC4}" dt="2026-10-06T22:25:58.519" v="4397" actId="732"/>
          <ac:picMkLst>
            <pc:docMk/>
            <pc:sldMk cId="2153493667" sldId="257"/>
            <ac:picMk id="6" creationId="{F918D191-BBE8-B27A-D558-FA6B3335DE9B}"/>
          </ac:picMkLst>
        </pc:picChg>
        <pc:picChg chg="add mod ord modCrop">
          <ac:chgData name="Luke Watson" userId="82288e9e-916d-45ff-b890-5df92c93dc25" providerId="ADAL" clId="{F1BCFA4A-8901-424D-8304-C94205707DC4}" dt="2026-10-06T22:29:19.555" v="4452" actId="164"/>
          <ac:picMkLst>
            <pc:docMk/>
            <pc:sldMk cId="2153493667" sldId="257"/>
            <ac:picMk id="8" creationId="{4C7D6A25-4C4E-006C-7B64-DECD331679E0}"/>
          </ac:picMkLst>
        </pc:picChg>
        <pc:picChg chg="add del mod">
          <ac:chgData name="Luke Watson" userId="82288e9e-916d-45ff-b890-5df92c93dc25" providerId="ADAL" clId="{F1BCFA4A-8901-424D-8304-C94205707DC4}" dt="2026-10-06T21:40:32.151" v="3796" actId="478"/>
          <ac:picMkLst>
            <pc:docMk/>
            <pc:sldMk cId="2153493667" sldId="257"/>
            <ac:picMk id="10" creationId="{5D45293C-D99B-933F-5E0D-F5AC9F4777A0}"/>
          </ac:picMkLst>
        </pc:picChg>
        <pc:picChg chg="add del mod modCrop">
          <ac:chgData name="Luke Watson" userId="82288e9e-916d-45ff-b890-5df92c93dc25" providerId="ADAL" clId="{F1BCFA4A-8901-424D-8304-C94205707DC4}" dt="2026-10-06T22:41:29.900" v="4617" actId="478"/>
          <ac:picMkLst>
            <pc:docMk/>
            <pc:sldMk cId="2153493667" sldId="257"/>
            <ac:picMk id="11" creationId="{DF193384-CD55-E7DF-4502-90E52546AAD5}"/>
          </ac:picMkLst>
        </pc:picChg>
        <pc:picChg chg="add mod ord">
          <ac:chgData name="Luke Watson" userId="82288e9e-916d-45ff-b890-5df92c93dc25" providerId="ADAL" clId="{F1BCFA4A-8901-424D-8304-C94205707DC4}" dt="2026-10-06T22:41:13.562" v="4613" actId="164"/>
          <ac:picMkLst>
            <pc:docMk/>
            <pc:sldMk cId="2153493667" sldId="257"/>
            <ac:picMk id="13" creationId="{D06AA633-A937-82E7-A019-A92A7BE95EFF}"/>
          </ac:picMkLst>
        </pc:picChg>
        <pc:picChg chg="add del mod ord">
          <ac:chgData name="Luke Watson" userId="82288e9e-916d-45ff-b890-5df92c93dc25" providerId="ADAL" clId="{F1BCFA4A-8901-424D-8304-C94205707DC4}" dt="2026-10-06T22:39:33.396" v="4589" actId="478"/>
          <ac:picMkLst>
            <pc:docMk/>
            <pc:sldMk cId="2153493667" sldId="257"/>
            <ac:picMk id="14" creationId="{E8E982C8-EF15-A443-3409-027739BF36E6}"/>
          </ac:picMkLst>
        </pc:picChg>
        <pc:picChg chg="add del mod ord">
          <ac:chgData name="Luke Watson" userId="82288e9e-916d-45ff-b890-5df92c93dc25" providerId="ADAL" clId="{F1BCFA4A-8901-424D-8304-C94205707DC4}" dt="2026-10-06T22:39:35.423" v="4590" actId="478"/>
          <ac:picMkLst>
            <pc:docMk/>
            <pc:sldMk cId="2153493667" sldId="257"/>
            <ac:picMk id="16" creationId="{DD309FD2-31A7-8321-FC8F-AE42BC1E8794}"/>
          </ac:picMkLst>
        </pc:picChg>
        <pc:picChg chg="del mod topLvl">
          <ac:chgData name="Luke Watson" userId="82288e9e-916d-45ff-b890-5df92c93dc25" providerId="ADAL" clId="{F1BCFA4A-8901-424D-8304-C94205707DC4}" dt="2026-10-06T22:26:07.830" v="4398" actId="478"/>
          <ac:picMkLst>
            <pc:docMk/>
            <pc:sldMk cId="2153493667" sldId="257"/>
            <ac:picMk id="21" creationId="{329447BE-A856-495F-451F-870C12A8FFC9}"/>
          </ac:picMkLst>
        </pc:picChg>
        <pc:picChg chg="add del mod topLvl modCrop">
          <ac:chgData name="Luke Watson" userId="82288e9e-916d-45ff-b890-5df92c93dc25" providerId="ADAL" clId="{F1BCFA4A-8901-424D-8304-C94205707DC4}" dt="2026-10-06T22:31:54.163" v="4526" actId="164"/>
          <ac:picMkLst>
            <pc:docMk/>
            <pc:sldMk cId="2153493667" sldId="257"/>
            <ac:picMk id="25" creationId="{2DE254B9-8B8F-7C72-AAF7-AC23523A0B97}"/>
          </ac:picMkLst>
        </pc:picChg>
        <pc:picChg chg="del mod topLvl">
          <ac:chgData name="Luke Watson" userId="82288e9e-916d-45ff-b890-5df92c93dc25" providerId="ADAL" clId="{F1BCFA4A-8901-424D-8304-C94205707DC4}" dt="2026-10-06T22:32:26.566" v="4532" actId="478"/>
          <ac:picMkLst>
            <pc:docMk/>
            <pc:sldMk cId="2153493667" sldId="257"/>
            <ac:picMk id="29" creationId="{DEBA76AA-AA6D-9165-4746-6528159E9DCC}"/>
          </ac:picMkLst>
        </pc:picChg>
        <pc:picChg chg="add mod">
          <ac:chgData name="Luke Watson" userId="82288e9e-916d-45ff-b890-5df92c93dc25" providerId="ADAL" clId="{F1BCFA4A-8901-424D-8304-C94205707DC4}" dt="2026-10-06T22:41:13.562" v="4613" actId="164"/>
          <ac:picMkLst>
            <pc:docMk/>
            <pc:sldMk cId="2153493667" sldId="257"/>
            <ac:picMk id="31" creationId="{4420311F-38FB-02E4-90D8-C101B4E9315F}"/>
          </ac:picMkLst>
        </pc:picChg>
        <pc:picChg chg="add mod">
          <ac:chgData name="Luke Watson" userId="82288e9e-916d-45ff-b890-5df92c93dc25" providerId="ADAL" clId="{F1BCFA4A-8901-424D-8304-C94205707DC4}" dt="2026-10-06T22:41:13.562" v="4613" actId="164"/>
          <ac:picMkLst>
            <pc:docMk/>
            <pc:sldMk cId="2153493667" sldId="257"/>
            <ac:picMk id="33" creationId="{0338F278-4FC1-93FC-72B4-36021A548A13}"/>
          </ac:picMkLst>
        </pc:picChg>
        <pc:picChg chg="del mod topLvl">
          <ac:chgData name="Luke Watson" userId="82288e9e-916d-45ff-b890-5df92c93dc25" providerId="ADAL" clId="{F1BCFA4A-8901-424D-8304-C94205707DC4}" dt="2026-10-06T22:44:19.281" v="4629" actId="478"/>
          <ac:picMkLst>
            <pc:docMk/>
            <pc:sldMk cId="2153493667" sldId="257"/>
            <ac:picMk id="39" creationId="{6B483FC4-991F-8C88-6379-47FC8D4F62C2}"/>
          </ac:picMkLst>
        </pc:picChg>
        <pc:picChg chg="del mod topLvl">
          <ac:chgData name="Luke Watson" userId="82288e9e-916d-45ff-b890-5df92c93dc25" providerId="ADAL" clId="{F1BCFA4A-8901-424D-8304-C94205707DC4}" dt="2026-10-06T22:44:19.281" v="4629" actId="478"/>
          <ac:picMkLst>
            <pc:docMk/>
            <pc:sldMk cId="2153493667" sldId="257"/>
            <ac:picMk id="40" creationId="{F29869C6-BD7E-2239-A121-7E3674497225}"/>
          </ac:picMkLst>
        </pc:picChg>
        <pc:picChg chg="del mod topLvl">
          <ac:chgData name="Luke Watson" userId="82288e9e-916d-45ff-b890-5df92c93dc25" providerId="ADAL" clId="{F1BCFA4A-8901-424D-8304-C94205707DC4}" dt="2026-10-06T22:44:19.281" v="4629" actId="478"/>
          <ac:picMkLst>
            <pc:docMk/>
            <pc:sldMk cId="2153493667" sldId="257"/>
            <ac:picMk id="41" creationId="{5F797CEC-1F82-7CF6-B6E8-09624460EC6B}"/>
          </ac:picMkLst>
        </pc:picChg>
        <pc:picChg chg="add mod">
          <ac:chgData name="Luke Watson" userId="82288e9e-916d-45ff-b890-5df92c93dc25" providerId="ADAL" clId="{F1BCFA4A-8901-424D-8304-C94205707DC4}" dt="2026-10-06T22:44:57.169" v="4668" actId="207"/>
          <ac:picMkLst>
            <pc:docMk/>
            <pc:sldMk cId="2153493667" sldId="257"/>
            <ac:picMk id="43" creationId="{9745E8D9-E13B-D625-BDA1-69BCE778F5FD}"/>
          </ac:picMkLst>
        </pc:picChg>
      </pc:sldChg>
      <pc:sldChg chg="modSp new mod modAnim">
        <pc:chgData name="Luke Watson" userId="82288e9e-916d-45ff-b890-5df92c93dc25" providerId="ADAL" clId="{F1BCFA4A-8901-424D-8304-C94205707DC4}" dt="2026-10-06T20:49:16.733" v="1167" actId="20577"/>
        <pc:sldMkLst>
          <pc:docMk/>
          <pc:sldMk cId="194416422" sldId="258"/>
        </pc:sldMkLst>
        <pc:spChg chg="mod">
          <ac:chgData name="Luke Watson" userId="82288e9e-916d-45ff-b890-5df92c93dc25" providerId="ADAL" clId="{F1BCFA4A-8901-424D-8304-C94205707DC4}" dt="2026-10-06T20:49:16.733" v="1167" actId="20577"/>
          <ac:spMkLst>
            <pc:docMk/>
            <pc:sldMk cId="194416422" sldId="258"/>
            <ac:spMk id="2" creationId="{571125B1-7FE5-EECA-2997-4201413F6DAF}"/>
          </ac:spMkLst>
        </pc:spChg>
        <pc:spChg chg="mod">
          <ac:chgData name="Luke Watson" userId="82288e9e-916d-45ff-b890-5df92c93dc25" providerId="ADAL" clId="{F1BCFA4A-8901-424D-8304-C94205707DC4}" dt="2026-10-06T18:57:13.145" v="379" actId="20577"/>
          <ac:spMkLst>
            <pc:docMk/>
            <pc:sldMk cId="194416422" sldId="258"/>
            <ac:spMk id="3" creationId="{54075E60-037E-B47A-6726-C1808ABACB3B}"/>
          </ac:spMkLst>
        </pc:spChg>
      </pc:sldChg>
      <pc:sldChg chg="modSp new del mod">
        <pc:chgData name="Luke Watson" userId="82288e9e-916d-45ff-b890-5df92c93dc25" providerId="ADAL" clId="{F1BCFA4A-8901-424D-8304-C94205707DC4}" dt="2026-10-06T18:52:24.924" v="63" actId="47"/>
        <pc:sldMkLst>
          <pc:docMk/>
          <pc:sldMk cId="323300323" sldId="258"/>
        </pc:sldMkLst>
        <pc:spChg chg="mod">
          <ac:chgData name="Luke Watson" userId="82288e9e-916d-45ff-b890-5df92c93dc25" providerId="ADAL" clId="{F1BCFA4A-8901-424D-8304-C94205707DC4}" dt="2026-10-06T18:52:20.123" v="62" actId="20577"/>
          <ac:spMkLst>
            <pc:docMk/>
            <pc:sldMk cId="323300323" sldId="258"/>
            <ac:spMk id="3" creationId="{87318AF4-1E55-595C-1CD9-43FFC30DC69A}"/>
          </ac:spMkLst>
        </pc:spChg>
      </pc:sldChg>
      <pc:sldChg chg="addSp delSp modSp new mod modAnim">
        <pc:chgData name="Luke Watson" userId="82288e9e-916d-45ff-b890-5df92c93dc25" providerId="ADAL" clId="{F1BCFA4A-8901-424D-8304-C94205707DC4}" dt="2026-10-06T22:10:54.517" v="3932" actId="22"/>
        <pc:sldMkLst>
          <pc:docMk/>
          <pc:sldMk cId="2473059104" sldId="259"/>
        </pc:sldMkLst>
        <pc:spChg chg="del">
          <ac:chgData name="Luke Watson" userId="82288e9e-916d-45ff-b890-5df92c93dc25" providerId="ADAL" clId="{F1BCFA4A-8901-424D-8304-C94205707DC4}" dt="2026-10-06T19:01:55.058" v="725" actId="931"/>
          <ac:spMkLst>
            <pc:docMk/>
            <pc:sldMk cId="2473059104" sldId="259"/>
            <ac:spMk id="2" creationId="{32559F42-E152-61D0-47CF-628810EE7DE7}"/>
          </ac:spMkLst>
        </pc:spChg>
        <pc:spChg chg="mod">
          <ac:chgData name="Luke Watson" userId="82288e9e-916d-45ff-b890-5df92c93dc25" providerId="ADAL" clId="{F1BCFA4A-8901-424D-8304-C94205707DC4}" dt="2026-10-06T19:01:29.134" v="724" actId="20577"/>
          <ac:spMkLst>
            <pc:docMk/>
            <pc:sldMk cId="2473059104" sldId="259"/>
            <ac:spMk id="3" creationId="{019C740F-5377-01CC-DB80-042866B277B3}"/>
          </ac:spMkLst>
        </pc:spChg>
        <pc:spChg chg="del mod">
          <ac:chgData name="Luke Watson" userId="82288e9e-916d-45ff-b890-5df92c93dc25" providerId="ADAL" clId="{F1BCFA4A-8901-424D-8304-C94205707DC4}" dt="2026-10-06T19:02:09.204" v="730" actId="931"/>
          <ac:spMkLst>
            <pc:docMk/>
            <pc:sldMk cId="2473059104" sldId="259"/>
            <ac:spMk id="5" creationId="{AA3DB2B4-6F82-A43F-4265-31ED8D9052C8}"/>
          </ac:spMkLst>
        </pc:spChg>
        <pc:spChg chg="add mod">
          <ac:chgData name="Luke Watson" userId="82288e9e-916d-45ff-b890-5df92c93dc25" providerId="ADAL" clId="{F1BCFA4A-8901-424D-8304-C94205707DC4}" dt="2026-10-06T21:26:07.154" v="2709" actId="20577"/>
          <ac:spMkLst>
            <pc:docMk/>
            <pc:sldMk cId="2473059104" sldId="259"/>
            <ac:spMk id="11" creationId="{378D5B01-6E37-CD0A-733E-A54DBCE298D4}"/>
          </ac:spMkLst>
        </pc:spChg>
        <pc:picChg chg="add">
          <ac:chgData name="Luke Watson" userId="82288e9e-916d-45ff-b890-5df92c93dc25" providerId="ADAL" clId="{F1BCFA4A-8901-424D-8304-C94205707DC4}" dt="2026-10-06T22:10:54.517" v="3932" actId="22"/>
          <ac:picMkLst>
            <pc:docMk/>
            <pc:sldMk cId="2473059104" sldId="259"/>
            <ac:picMk id="5" creationId="{997EADA3-A501-674B-9DA5-6F62B710E9B0}"/>
          </ac:picMkLst>
        </pc:picChg>
        <pc:picChg chg="add del mod ord">
          <ac:chgData name="Luke Watson" userId="82288e9e-916d-45ff-b890-5df92c93dc25" providerId="ADAL" clId="{F1BCFA4A-8901-424D-8304-C94205707DC4}" dt="2026-10-06T19:02:13.555" v="731" actId="478"/>
          <ac:picMkLst>
            <pc:docMk/>
            <pc:sldMk cId="2473059104" sldId="259"/>
            <ac:picMk id="7" creationId="{F9803F24-9260-BDEC-8F28-340F57D17CBE}"/>
          </ac:picMkLst>
        </pc:picChg>
        <pc:picChg chg="add mod ord">
          <ac:chgData name="Luke Watson" userId="82288e9e-916d-45ff-b890-5df92c93dc25" providerId="ADAL" clId="{F1BCFA4A-8901-424D-8304-C94205707DC4}" dt="2026-10-06T19:02:09.204" v="730" actId="931"/>
          <ac:picMkLst>
            <pc:docMk/>
            <pc:sldMk cId="2473059104" sldId="259"/>
            <ac:picMk id="9" creationId="{84F40334-A6BC-EDBE-67BE-70DCB5EA5453}"/>
          </ac:picMkLst>
        </pc:picChg>
      </pc:sldChg>
      <pc:sldChg chg="addSp delSp modSp new mod modAnim">
        <pc:chgData name="Luke Watson" userId="82288e9e-916d-45ff-b890-5df92c93dc25" providerId="ADAL" clId="{F1BCFA4A-8901-424D-8304-C94205707DC4}" dt="2026-10-06T21:02:55.234" v="1280" actId="20577"/>
        <pc:sldMkLst>
          <pc:docMk/>
          <pc:sldMk cId="3712969349" sldId="260"/>
        </pc:sldMkLst>
        <pc:spChg chg="del">
          <ac:chgData name="Luke Watson" userId="82288e9e-916d-45ff-b890-5df92c93dc25" providerId="ADAL" clId="{F1BCFA4A-8901-424D-8304-C94205707DC4}" dt="2026-10-06T20:45:56.790" v="1074" actId="931"/>
          <ac:spMkLst>
            <pc:docMk/>
            <pc:sldMk cId="3712969349" sldId="260"/>
            <ac:spMk id="2" creationId="{82CA2520-AEF1-8BC8-1C5F-7215E05C875C}"/>
          </ac:spMkLst>
        </pc:spChg>
        <pc:spChg chg="mod">
          <ac:chgData name="Luke Watson" userId="82288e9e-916d-45ff-b890-5df92c93dc25" providerId="ADAL" clId="{F1BCFA4A-8901-424D-8304-C94205707DC4}" dt="2026-10-06T20:34:47.706" v="778" actId="20577"/>
          <ac:spMkLst>
            <pc:docMk/>
            <pc:sldMk cId="3712969349" sldId="260"/>
            <ac:spMk id="3" creationId="{79AD8F89-563F-B636-0D56-198AFD5DCAB4}"/>
          </ac:spMkLst>
        </pc:spChg>
        <pc:spChg chg="add mod">
          <ac:chgData name="Luke Watson" userId="82288e9e-916d-45ff-b890-5df92c93dc25" providerId="ADAL" clId="{F1BCFA4A-8901-424D-8304-C94205707DC4}" dt="2026-10-06T21:02:55.234" v="1280" actId="20577"/>
          <ac:spMkLst>
            <pc:docMk/>
            <pc:sldMk cId="3712969349" sldId="260"/>
            <ac:spMk id="5" creationId="{943FF4C9-8A6B-8A6F-0264-6413C2100360}"/>
          </ac:spMkLst>
        </pc:spChg>
        <pc:grpChg chg="add mod">
          <ac:chgData name="Luke Watson" userId="82288e9e-916d-45ff-b890-5df92c93dc25" providerId="ADAL" clId="{F1BCFA4A-8901-424D-8304-C94205707DC4}" dt="2026-10-06T20:48:16.901" v="1087" actId="1076"/>
          <ac:grpSpMkLst>
            <pc:docMk/>
            <pc:sldMk cId="3712969349" sldId="260"/>
            <ac:grpSpMk id="12" creationId="{4EB553BB-FA7A-D73A-E50B-0FC5D13F7F5E}"/>
          </ac:grpSpMkLst>
        </pc:grpChg>
        <pc:picChg chg="add mod ord">
          <ac:chgData name="Luke Watson" userId="82288e9e-916d-45ff-b890-5df92c93dc25" providerId="ADAL" clId="{F1BCFA4A-8901-424D-8304-C94205707DC4}" dt="2026-10-06T20:48:16.901" v="1087" actId="1076"/>
          <ac:picMkLst>
            <pc:docMk/>
            <pc:sldMk cId="3712969349" sldId="260"/>
            <ac:picMk id="7" creationId="{033E5797-551B-C752-8D64-CBA433852F19}"/>
          </ac:picMkLst>
        </pc:picChg>
        <pc:cxnChg chg="add mod">
          <ac:chgData name="Luke Watson" userId="82288e9e-916d-45ff-b890-5df92c93dc25" providerId="ADAL" clId="{F1BCFA4A-8901-424D-8304-C94205707DC4}" dt="2026-10-06T20:47:24.227" v="1081" actId="164"/>
          <ac:cxnSpMkLst>
            <pc:docMk/>
            <pc:sldMk cId="3712969349" sldId="260"/>
            <ac:cxnSpMk id="9" creationId="{10121423-6972-64E8-F203-D33AFEFCFDBD}"/>
          </ac:cxnSpMkLst>
        </pc:cxnChg>
      </pc:sldChg>
      <pc:sldChg chg="addSp modSp new mod modAnim">
        <pc:chgData name="Luke Watson" userId="82288e9e-916d-45ff-b890-5df92c93dc25" providerId="ADAL" clId="{F1BCFA4A-8901-424D-8304-C94205707DC4}" dt="2026-10-07T15:28:39.781" v="5630"/>
        <pc:sldMkLst>
          <pc:docMk/>
          <pc:sldMk cId="2463455030" sldId="261"/>
        </pc:sldMkLst>
        <pc:spChg chg="mod">
          <ac:chgData name="Luke Watson" userId="82288e9e-916d-45ff-b890-5df92c93dc25" providerId="ADAL" clId="{F1BCFA4A-8901-424D-8304-C94205707DC4}" dt="2026-10-06T21:02:45.557" v="1272" actId="20577"/>
          <ac:spMkLst>
            <pc:docMk/>
            <pc:sldMk cId="2463455030" sldId="261"/>
            <ac:spMk id="2" creationId="{2EFE51F1-D739-71B0-A5C5-78469FF0EC45}"/>
          </ac:spMkLst>
        </pc:spChg>
        <pc:spChg chg="mod">
          <ac:chgData name="Luke Watson" userId="82288e9e-916d-45ff-b890-5df92c93dc25" providerId="ADAL" clId="{F1BCFA4A-8901-424D-8304-C94205707DC4}" dt="2026-10-06T20:36:21.840" v="804" actId="20577"/>
          <ac:spMkLst>
            <pc:docMk/>
            <pc:sldMk cId="2463455030" sldId="261"/>
            <ac:spMk id="3" creationId="{C12BF7F7-F56C-DA0C-086A-AA07040EF789}"/>
          </ac:spMkLst>
        </pc:spChg>
        <pc:picChg chg="add mod">
          <ac:chgData name="Luke Watson" userId="82288e9e-916d-45ff-b890-5df92c93dc25" providerId="ADAL" clId="{F1BCFA4A-8901-424D-8304-C94205707DC4}" dt="2026-10-06T20:56:52.858" v="1172" actId="1076"/>
          <ac:picMkLst>
            <pc:docMk/>
            <pc:sldMk cId="2463455030" sldId="261"/>
            <ac:picMk id="6" creationId="{66B268C9-119E-F88E-46A5-6AAABD8DDC7E}"/>
          </ac:picMkLst>
        </pc:picChg>
      </pc:sldChg>
      <pc:sldChg chg="addSp modSp new mod modAnim">
        <pc:chgData name="Luke Watson" userId="82288e9e-916d-45ff-b890-5df92c93dc25" providerId="ADAL" clId="{F1BCFA4A-8901-424D-8304-C94205707DC4}" dt="2026-10-06T22:45:58.246" v="4671" actId="14100"/>
        <pc:sldMkLst>
          <pc:docMk/>
          <pc:sldMk cId="552061078" sldId="262"/>
        </pc:sldMkLst>
        <pc:spChg chg="mod">
          <ac:chgData name="Luke Watson" userId="82288e9e-916d-45ff-b890-5df92c93dc25" providerId="ADAL" clId="{F1BCFA4A-8901-424D-8304-C94205707DC4}" dt="2026-10-06T21:23:49.163" v="2508" actId="15"/>
          <ac:spMkLst>
            <pc:docMk/>
            <pc:sldMk cId="552061078" sldId="262"/>
            <ac:spMk id="2" creationId="{C91AE8A0-DCC2-A518-73F3-9821CBC9C21C}"/>
          </ac:spMkLst>
        </pc:spChg>
        <pc:spChg chg="mod">
          <ac:chgData name="Luke Watson" userId="82288e9e-916d-45ff-b890-5df92c93dc25" providerId="ADAL" clId="{F1BCFA4A-8901-424D-8304-C94205707DC4}" dt="2026-10-06T21:06:14.104" v="1688" actId="20577"/>
          <ac:spMkLst>
            <pc:docMk/>
            <pc:sldMk cId="552061078" sldId="262"/>
            <ac:spMk id="3" creationId="{3F3054B7-9245-0E7D-FACF-EA503EA7EC2A}"/>
          </ac:spMkLst>
        </pc:spChg>
        <pc:picChg chg="add mod modCrop">
          <ac:chgData name="Luke Watson" userId="82288e9e-916d-45ff-b890-5df92c93dc25" providerId="ADAL" clId="{F1BCFA4A-8901-424D-8304-C94205707DC4}" dt="2026-10-06T22:45:58.246" v="4671" actId="14100"/>
          <ac:picMkLst>
            <pc:docMk/>
            <pc:sldMk cId="552061078" sldId="262"/>
            <ac:picMk id="6" creationId="{79BE605E-4C2D-08F3-CFC1-94D75EE0FFBB}"/>
          </ac:picMkLst>
        </pc:picChg>
      </pc:sldChg>
      <pc:sldChg chg="add del">
        <pc:chgData name="Luke Watson" userId="82288e9e-916d-45ff-b890-5df92c93dc25" providerId="ADAL" clId="{F1BCFA4A-8901-424D-8304-C94205707DC4}" dt="2026-10-06T21:05:58.336" v="1672" actId="47"/>
        <pc:sldMkLst>
          <pc:docMk/>
          <pc:sldMk cId="1422741085" sldId="262"/>
        </pc:sldMkLst>
      </pc:sldChg>
      <pc:sldChg chg="addSp delSp modSp new mod modAnim">
        <pc:chgData name="Luke Watson" userId="82288e9e-916d-45ff-b890-5df92c93dc25" providerId="ADAL" clId="{F1BCFA4A-8901-424D-8304-C94205707DC4}" dt="2026-10-06T22:10:58.575" v="3933" actId="22"/>
        <pc:sldMkLst>
          <pc:docMk/>
          <pc:sldMk cId="3944675598" sldId="263"/>
        </pc:sldMkLst>
        <pc:spChg chg="mod">
          <ac:chgData name="Luke Watson" userId="82288e9e-916d-45ff-b890-5df92c93dc25" providerId="ADAL" clId="{F1BCFA4A-8901-424D-8304-C94205707DC4}" dt="2026-10-06T21:30:31.146" v="3212" actId="20577"/>
          <ac:spMkLst>
            <pc:docMk/>
            <pc:sldMk cId="3944675598" sldId="263"/>
            <ac:spMk id="2" creationId="{F696F70E-1D65-C889-2C5D-D6BE60C2527B}"/>
          </ac:spMkLst>
        </pc:spChg>
        <pc:spChg chg="mod">
          <ac:chgData name="Luke Watson" userId="82288e9e-916d-45ff-b890-5df92c93dc25" providerId="ADAL" clId="{F1BCFA4A-8901-424D-8304-C94205707DC4}" dt="2026-10-06T21:26:36.800" v="2733" actId="20577"/>
          <ac:spMkLst>
            <pc:docMk/>
            <pc:sldMk cId="3944675598" sldId="263"/>
            <ac:spMk id="3" creationId="{D8E8759E-CD79-6C68-B3AE-31B41EC14850}"/>
          </ac:spMkLst>
        </pc:spChg>
        <pc:spChg chg="del">
          <ac:chgData name="Luke Watson" userId="82288e9e-916d-45ff-b890-5df92c93dc25" providerId="ADAL" clId="{F1BCFA4A-8901-424D-8304-C94205707DC4}" dt="2026-10-06T21:30:57.458" v="3213" actId="931"/>
          <ac:spMkLst>
            <pc:docMk/>
            <pc:sldMk cId="3944675598" sldId="263"/>
            <ac:spMk id="5" creationId="{0AC8152D-DD2D-3CDF-22DC-00FD5E5D56A9}"/>
          </ac:spMkLst>
        </pc:spChg>
        <pc:picChg chg="add mod ord">
          <ac:chgData name="Luke Watson" userId="82288e9e-916d-45ff-b890-5df92c93dc25" providerId="ADAL" clId="{F1BCFA4A-8901-424D-8304-C94205707DC4}" dt="2026-10-06T21:30:57.458" v="3213" actId="931"/>
          <ac:picMkLst>
            <pc:docMk/>
            <pc:sldMk cId="3944675598" sldId="263"/>
            <ac:picMk id="7" creationId="{755314CE-C74A-DE20-5B25-45556ED12AAE}"/>
          </ac:picMkLst>
        </pc:picChg>
        <pc:picChg chg="add">
          <ac:chgData name="Luke Watson" userId="82288e9e-916d-45ff-b890-5df92c93dc25" providerId="ADAL" clId="{F1BCFA4A-8901-424D-8304-C94205707DC4}" dt="2026-10-06T22:10:58.575" v="3933" actId="22"/>
          <ac:picMkLst>
            <pc:docMk/>
            <pc:sldMk cId="3944675598" sldId="263"/>
            <ac:picMk id="9" creationId="{665E621B-1D4F-C21C-4D1F-7AD57CB40130}"/>
          </ac:picMkLst>
        </pc:picChg>
      </pc:sldChg>
      <pc:sldChg chg="modSp new mod modAnim">
        <pc:chgData name="Luke Watson" userId="82288e9e-916d-45ff-b890-5df92c93dc25" providerId="ADAL" clId="{F1BCFA4A-8901-424D-8304-C94205707DC4}" dt="2026-10-06T22:47:21.457" v="4722"/>
        <pc:sldMkLst>
          <pc:docMk/>
          <pc:sldMk cId="1053621962" sldId="264"/>
        </pc:sldMkLst>
        <pc:spChg chg="mod">
          <ac:chgData name="Luke Watson" userId="82288e9e-916d-45ff-b890-5df92c93dc25" providerId="ADAL" clId="{F1BCFA4A-8901-424D-8304-C94205707DC4}" dt="2026-10-06T21:34:18.911" v="3599" actId="20577"/>
          <ac:spMkLst>
            <pc:docMk/>
            <pc:sldMk cId="1053621962" sldId="264"/>
            <ac:spMk id="2" creationId="{0946194D-F9EE-97D1-D5C8-C0C0E1269895}"/>
          </ac:spMkLst>
        </pc:spChg>
        <pc:spChg chg="mod">
          <ac:chgData name="Luke Watson" userId="82288e9e-916d-45ff-b890-5df92c93dc25" providerId="ADAL" clId="{F1BCFA4A-8901-424D-8304-C94205707DC4}" dt="2026-10-06T21:32:08.750" v="3247" actId="20577"/>
          <ac:spMkLst>
            <pc:docMk/>
            <pc:sldMk cId="1053621962" sldId="264"/>
            <ac:spMk id="3" creationId="{4E5E0B69-EE70-6394-D85A-8C158301F842}"/>
          </ac:spMkLst>
        </pc:spChg>
      </pc:sldChg>
      <pc:sldChg chg="addSp delSp modSp new mod modAnim">
        <pc:chgData name="Luke Watson" userId="82288e9e-916d-45ff-b890-5df92c93dc25" providerId="ADAL" clId="{F1BCFA4A-8901-424D-8304-C94205707DC4}" dt="2026-10-06T23:06:51.729" v="5178" actId="164"/>
        <pc:sldMkLst>
          <pc:docMk/>
          <pc:sldMk cId="1905029066" sldId="265"/>
        </pc:sldMkLst>
        <pc:spChg chg="mod">
          <ac:chgData name="Luke Watson" userId="82288e9e-916d-45ff-b890-5df92c93dc25" providerId="ADAL" clId="{F1BCFA4A-8901-424D-8304-C94205707DC4}" dt="2026-10-06T22:47:08.310" v="4721" actId="20577"/>
          <ac:spMkLst>
            <pc:docMk/>
            <pc:sldMk cId="1905029066" sldId="265"/>
            <ac:spMk id="2" creationId="{CA2E11F4-CE6B-A088-0178-E9F5A7ACC760}"/>
          </ac:spMkLst>
        </pc:spChg>
        <pc:spChg chg="mod">
          <ac:chgData name="Luke Watson" userId="82288e9e-916d-45ff-b890-5df92c93dc25" providerId="ADAL" clId="{F1BCFA4A-8901-424D-8304-C94205707DC4}" dt="2026-10-06T23:06:42.320" v="5177" actId="1076"/>
          <ac:spMkLst>
            <pc:docMk/>
            <pc:sldMk cId="1905029066" sldId="265"/>
            <ac:spMk id="3" creationId="{478C58CA-EDA0-30CB-1E5D-0237E32348B8}"/>
          </ac:spMkLst>
        </pc:spChg>
        <pc:spChg chg="del">
          <ac:chgData name="Luke Watson" userId="82288e9e-916d-45ff-b890-5df92c93dc25" providerId="ADAL" clId="{F1BCFA4A-8901-424D-8304-C94205707DC4}" dt="2026-10-06T21:35:35.342" v="3762" actId="931"/>
          <ac:spMkLst>
            <pc:docMk/>
            <pc:sldMk cId="1905029066" sldId="265"/>
            <ac:spMk id="5" creationId="{B2C7DB7F-5217-7BD8-43DB-7DF05DF67F10}"/>
          </ac:spMkLst>
        </pc:spChg>
        <pc:spChg chg="add del mod">
          <ac:chgData name="Luke Watson" userId="82288e9e-916d-45ff-b890-5df92c93dc25" providerId="ADAL" clId="{F1BCFA4A-8901-424D-8304-C94205707DC4}" dt="2026-10-06T21:38:02.432" v="3781" actId="14100"/>
          <ac:spMkLst>
            <pc:docMk/>
            <pc:sldMk cId="1905029066" sldId="265"/>
            <ac:spMk id="8" creationId="{0B012134-59F4-7D1B-0048-B4500BB64C0A}"/>
          </ac:spMkLst>
        </pc:spChg>
        <pc:spChg chg="add del mod">
          <ac:chgData name="Luke Watson" userId="82288e9e-916d-45ff-b890-5df92c93dc25" providerId="ADAL" clId="{F1BCFA4A-8901-424D-8304-C94205707DC4}" dt="2026-10-06T21:37:36.499" v="3778" actId="11529"/>
          <ac:spMkLst>
            <pc:docMk/>
            <pc:sldMk cId="1905029066" sldId="265"/>
            <ac:spMk id="9" creationId="{E76F878B-D014-D8D7-797C-6C9D5A77B4C9}"/>
          </ac:spMkLst>
        </pc:spChg>
        <pc:spChg chg="add mod">
          <ac:chgData name="Luke Watson" userId="82288e9e-916d-45ff-b890-5df92c93dc25" providerId="ADAL" clId="{F1BCFA4A-8901-424D-8304-C94205707DC4}" dt="2026-10-06T23:06:51.729" v="5178" actId="164"/>
          <ac:spMkLst>
            <pc:docMk/>
            <pc:sldMk cId="1905029066" sldId="265"/>
            <ac:spMk id="16" creationId="{2AD5821A-3B15-4CF6-2A55-0BB3AA614722}"/>
          </ac:spMkLst>
        </pc:spChg>
        <pc:grpChg chg="add mod">
          <ac:chgData name="Luke Watson" userId="82288e9e-916d-45ff-b890-5df92c93dc25" providerId="ADAL" clId="{F1BCFA4A-8901-424D-8304-C94205707DC4}" dt="2026-10-06T23:06:51.729" v="5178" actId="164"/>
          <ac:grpSpMkLst>
            <pc:docMk/>
            <pc:sldMk cId="1905029066" sldId="265"/>
            <ac:grpSpMk id="17" creationId="{E9DA2F33-F41F-8A67-E489-D0D7895A55F6}"/>
          </ac:grpSpMkLst>
        </pc:grpChg>
        <pc:picChg chg="add mod ord modCrop">
          <ac:chgData name="Luke Watson" userId="82288e9e-916d-45ff-b890-5df92c93dc25" providerId="ADAL" clId="{F1BCFA4A-8901-424D-8304-C94205707DC4}" dt="2026-10-06T23:06:08.601" v="5168" actId="1076"/>
          <ac:picMkLst>
            <pc:docMk/>
            <pc:sldMk cId="1905029066" sldId="265"/>
            <ac:picMk id="7" creationId="{083998B0-BB78-39E0-5C7B-5A3BBF944632}"/>
          </ac:picMkLst>
        </pc:picChg>
        <pc:picChg chg="add del mod modCrop">
          <ac:chgData name="Luke Watson" userId="82288e9e-916d-45ff-b890-5df92c93dc25" providerId="ADAL" clId="{F1BCFA4A-8901-424D-8304-C94205707DC4}" dt="2026-10-06T22:15:52.415" v="4141" actId="478"/>
          <ac:picMkLst>
            <pc:docMk/>
            <pc:sldMk cId="1905029066" sldId="265"/>
            <ac:picMk id="10" creationId="{79C460FF-DFAA-EDC0-2812-161754151B0C}"/>
          </ac:picMkLst>
        </pc:picChg>
        <pc:picChg chg="add mod ord">
          <ac:chgData name="Luke Watson" userId="82288e9e-916d-45ff-b890-5df92c93dc25" providerId="ADAL" clId="{F1BCFA4A-8901-424D-8304-C94205707DC4}" dt="2026-10-06T22:47:49.826" v="4726" actId="167"/>
          <ac:picMkLst>
            <pc:docMk/>
            <pc:sldMk cId="1905029066" sldId="265"/>
            <ac:picMk id="12" creationId="{2E6CC551-2B09-AA7C-6623-4BD2727FED10}"/>
          </ac:picMkLst>
        </pc:picChg>
        <pc:picChg chg="add mod">
          <ac:chgData name="Luke Watson" userId="82288e9e-916d-45ff-b890-5df92c93dc25" providerId="ADAL" clId="{F1BCFA4A-8901-424D-8304-C94205707DC4}" dt="2026-10-06T23:06:51.729" v="5178" actId="164"/>
          <ac:picMkLst>
            <pc:docMk/>
            <pc:sldMk cId="1905029066" sldId="265"/>
            <ac:picMk id="14" creationId="{140485D1-3648-E7FD-A946-6D476CD9D4C4}"/>
          </ac:picMkLst>
        </pc:picChg>
      </pc:sldChg>
      <pc:sldChg chg="addSp delSp modSp new mod">
        <pc:chgData name="Luke Watson" userId="82288e9e-916d-45ff-b890-5df92c93dc25" providerId="ADAL" clId="{F1BCFA4A-8901-424D-8304-C94205707DC4}" dt="2026-10-06T23:07:15.791" v="5182" actId="1076"/>
        <pc:sldMkLst>
          <pc:docMk/>
          <pc:sldMk cId="3348500834" sldId="266"/>
        </pc:sldMkLst>
        <pc:spChg chg="mod">
          <ac:chgData name="Luke Watson" userId="82288e9e-916d-45ff-b890-5df92c93dc25" providerId="ADAL" clId="{F1BCFA4A-8901-424D-8304-C94205707DC4}" dt="2026-10-06T22:51:33.879" v="5136" actId="20577"/>
          <ac:spMkLst>
            <pc:docMk/>
            <pc:sldMk cId="3348500834" sldId="266"/>
            <ac:spMk id="2" creationId="{DBB0928C-F317-DE7E-B06F-CFDFA21ADE5A}"/>
          </ac:spMkLst>
        </pc:spChg>
        <pc:spChg chg="mod">
          <ac:chgData name="Luke Watson" userId="82288e9e-916d-45ff-b890-5df92c93dc25" providerId="ADAL" clId="{F1BCFA4A-8901-424D-8304-C94205707DC4}" dt="2026-10-06T22:48:22.031" v="4748" actId="20577"/>
          <ac:spMkLst>
            <pc:docMk/>
            <pc:sldMk cId="3348500834" sldId="266"/>
            <ac:spMk id="3" creationId="{7B2EB6EB-4B2C-2564-94C2-5A2D4027D11A}"/>
          </ac:spMkLst>
        </pc:spChg>
        <pc:spChg chg="del">
          <ac:chgData name="Luke Watson" userId="82288e9e-916d-45ff-b890-5df92c93dc25" providerId="ADAL" clId="{F1BCFA4A-8901-424D-8304-C94205707DC4}" dt="2026-10-06T22:52:06.900" v="5143" actId="478"/>
          <ac:spMkLst>
            <pc:docMk/>
            <pc:sldMk cId="3348500834" sldId="266"/>
            <ac:spMk id="5" creationId="{2B3283F9-0A24-ACE2-4567-08D7EC6C76F9}"/>
          </ac:spMkLst>
        </pc:spChg>
        <pc:spChg chg="add mod">
          <ac:chgData name="Luke Watson" userId="82288e9e-916d-45ff-b890-5df92c93dc25" providerId="ADAL" clId="{F1BCFA4A-8901-424D-8304-C94205707DC4}" dt="2026-10-06T23:07:11.374" v="5181" actId="1076"/>
          <ac:spMkLst>
            <pc:docMk/>
            <pc:sldMk cId="3348500834" sldId="266"/>
            <ac:spMk id="9" creationId="{16C9D659-AD63-373E-8329-15509FBF0D44}"/>
          </ac:spMkLst>
        </pc:spChg>
        <pc:spChg chg="mod">
          <ac:chgData name="Luke Watson" userId="82288e9e-916d-45ff-b890-5df92c93dc25" providerId="ADAL" clId="{F1BCFA4A-8901-424D-8304-C94205707DC4}" dt="2026-10-06T23:06:55.248" v="5179"/>
          <ac:spMkLst>
            <pc:docMk/>
            <pc:sldMk cId="3348500834" sldId="266"/>
            <ac:spMk id="12" creationId="{9D2BD5AD-514E-4E96-E054-94712365F4F5}"/>
          </ac:spMkLst>
        </pc:spChg>
        <pc:grpChg chg="add mod">
          <ac:chgData name="Luke Watson" userId="82288e9e-916d-45ff-b890-5df92c93dc25" providerId="ADAL" clId="{F1BCFA4A-8901-424D-8304-C94205707DC4}" dt="2026-10-06T23:07:15.791" v="5182" actId="1076"/>
          <ac:grpSpMkLst>
            <pc:docMk/>
            <pc:sldMk cId="3348500834" sldId="266"/>
            <ac:grpSpMk id="10" creationId="{7FF21249-1CB5-C322-F9D2-B1109F6E0591}"/>
          </ac:grpSpMkLst>
        </pc:grpChg>
        <pc:picChg chg="add mod modCrop">
          <ac:chgData name="Luke Watson" userId="82288e9e-916d-45ff-b890-5df92c93dc25" providerId="ADAL" clId="{F1BCFA4A-8901-424D-8304-C94205707DC4}" dt="2026-10-06T23:07:11.374" v="5181" actId="1076"/>
          <ac:picMkLst>
            <pc:docMk/>
            <pc:sldMk cId="3348500834" sldId="266"/>
            <ac:picMk id="6" creationId="{A1858464-7911-256D-BFB8-EC463BDBE65B}"/>
          </ac:picMkLst>
        </pc:picChg>
        <pc:picChg chg="add mod">
          <ac:chgData name="Luke Watson" userId="82288e9e-916d-45ff-b890-5df92c93dc25" providerId="ADAL" clId="{F1BCFA4A-8901-424D-8304-C94205707DC4}" dt="2026-10-06T22:52:24.122" v="5147" actId="1076"/>
          <ac:picMkLst>
            <pc:docMk/>
            <pc:sldMk cId="3348500834" sldId="266"/>
            <ac:picMk id="8" creationId="{CAFE0A4A-7B83-A4E4-E05B-030F88E02C85}"/>
          </ac:picMkLst>
        </pc:picChg>
        <pc:picChg chg="mod">
          <ac:chgData name="Luke Watson" userId="82288e9e-916d-45ff-b890-5df92c93dc25" providerId="ADAL" clId="{F1BCFA4A-8901-424D-8304-C94205707DC4}" dt="2026-10-06T23:06:55.248" v="5179"/>
          <ac:picMkLst>
            <pc:docMk/>
            <pc:sldMk cId="3348500834" sldId="266"/>
            <ac:picMk id="11" creationId="{43EC2C7D-4AD8-37A1-3B07-4E8257729A9E}"/>
          </ac:picMkLst>
        </pc:picChg>
      </pc:sldChg>
      <pc:sldChg chg="addSp modSp new mod">
        <pc:chgData name="Luke Watson" userId="82288e9e-916d-45ff-b890-5df92c93dc25" providerId="ADAL" clId="{F1BCFA4A-8901-424D-8304-C94205707DC4}" dt="2026-10-06T23:11:30.808" v="5628" actId="2711"/>
        <pc:sldMkLst>
          <pc:docMk/>
          <pc:sldMk cId="181448885" sldId="267"/>
        </pc:sldMkLst>
        <pc:spChg chg="mod">
          <ac:chgData name="Luke Watson" userId="82288e9e-916d-45ff-b890-5df92c93dc25" providerId="ADAL" clId="{F1BCFA4A-8901-424D-8304-C94205707DC4}" dt="2026-10-06T23:11:30.808" v="5628" actId="2711"/>
          <ac:spMkLst>
            <pc:docMk/>
            <pc:sldMk cId="181448885" sldId="267"/>
            <ac:spMk id="2" creationId="{7F5DB127-1FDD-CB0C-BB0E-41EB7D4D28BE}"/>
          </ac:spMkLst>
        </pc:spChg>
        <pc:spChg chg="mod">
          <ac:chgData name="Luke Watson" userId="82288e9e-916d-45ff-b890-5df92c93dc25" providerId="ADAL" clId="{F1BCFA4A-8901-424D-8304-C94205707DC4}" dt="2026-10-06T23:07:51.001" v="5249" actId="20577"/>
          <ac:spMkLst>
            <pc:docMk/>
            <pc:sldMk cId="181448885" sldId="267"/>
            <ac:spMk id="3" creationId="{336473EC-4857-F07A-72BF-59FA3E0F191A}"/>
          </ac:spMkLst>
        </pc:spChg>
        <pc:picChg chg="add mod">
          <ac:chgData name="Luke Watson" userId="82288e9e-916d-45ff-b890-5df92c93dc25" providerId="ADAL" clId="{F1BCFA4A-8901-424D-8304-C94205707DC4}" dt="2026-10-06T23:10:43.135" v="5621" actId="1076"/>
          <ac:picMkLst>
            <pc:docMk/>
            <pc:sldMk cId="181448885" sldId="267"/>
            <ac:picMk id="6" creationId="{624DA71C-7174-1873-1658-8C71377B2A7C}"/>
          </ac:picMkLst>
        </pc:picChg>
        <pc:picChg chg="add mod">
          <ac:chgData name="Luke Watson" userId="82288e9e-916d-45ff-b890-5df92c93dc25" providerId="ADAL" clId="{F1BCFA4A-8901-424D-8304-C94205707DC4}" dt="2026-10-06T23:10:52.879" v="5624" actId="1076"/>
          <ac:picMkLst>
            <pc:docMk/>
            <pc:sldMk cId="181448885" sldId="267"/>
            <ac:picMk id="8" creationId="{1D5D62C7-DB5C-03FE-52D6-5800ADD5B7FA}"/>
          </ac:picMkLst>
        </pc:picChg>
        <pc:picChg chg="add mod">
          <ac:chgData name="Luke Watson" userId="82288e9e-916d-45ff-b890-5df92c93dc25" providerId="ADAL" clId="{F1BCFA4A-8901-424D-8304-C94205707DC4}" dt="2026-10-06T23:10:33.921" v="5617" actId="1076"/>
          <ac:picMkLst>
            <pc:docMk/>
            <pc:sldMk cId="181448885" sldId="267"/>
            <ac:picMk id="10" creationId="{46AEEAF4-8BF4-D9EF-A6EC-9ED9131F15C0}"/>
          </ac:picMkLst>
        </pc:picChg>
      </pc:sldChg>
      <pc:sldChg chg="addSp delSp modSp mod">
        <pc:chgData name="Luke Watson" userId="82288e9e-916d-45ff-b890-5df92c93dc25" providerId="ADAL" clId="{F1BCFA4A-8901-424D-8304-C94205707DC4}" dt="2026-10-07T15:43:06.638" v="5954" actId="1076"/>
        <pc:sldMkLst>
          <pc:docMk/>
          <pc:sldMk cId="3287035520" sldId="269"/>
        </pc:sldMkLst>
        <pc:spChg chg="del">
          <ac:chgData name="Luke Watson" userId="82288e9e-916d-45ff-b890-5df92c93dc25" providerId="ADAL" clId="{F1BCFA4A-8901-424D-8304-C94205707DC4}" dt="2026-10-07T15:34:15.430" v="5766" actId="478"/>
          <ac:spMkLst>
            <pc:docMk/>
            <pc:sldMk cId="3287035520" sldId="269"/>
            <ac:spMk id="2" creationId="{7FC973A2-C06B-7071-4DDA-9C705750B01D}"/>
          </ac:spMkLst>
        </pc:spChg>
        <pc:spChg chg="add mod">
          <ac:chgData name="Luke Watson" userId="82288e9e-916d-45ff-b890-5df92c93dc25" providerId="ADAL" clId="{F1BCFA4A-8901-424D-8304-C94205707DC4}" dt="2026-10-07T15:31:28.471" v="5672" actId="164"/>
          <ac:spMkLst>
            <pc:docMk/>
            <pc:sldMk cId="3287035520" sldId="269"/>
            <ac:spMk id="5" creationId="{BDF594B7-888C-9A37-5AD8-57C11ABEE7E9}"/>
          </ac:spMkLst>
        </pc:spChg>
        <pc:spChg chg="add mod">
          <ac:chgData name="Luke Watson" userId="82288e9e-916d-45ff-b890-5df92c93dc25" providerId="ADAL" clId="{F1BCFA4A-8901-424D-8304-C94205707DC4}" dt="2026-10-07T15:31:28.471" v="5672" actId="164"/>
          <ac:spMkLst>
            <pc:docMk/>
            <pc:sldMk cId="3287035520" sldId="269"/>
            <ac:spMk id="6" creationId="{EEB010A2-D2AA-99A0-55B2-ED002783073B}"/>
          </ac:spMkLst>
        </pc:spChg>
        <pc:spChg chg="add mod">
          <ac:chgData name="Luke Watson" userId="82288e9e-916d-45ff-b890-5df92c93dc25" providerId="ADAL" clId="{F1BCFA4A-8901-424D-8304-C94205707DC4}" dt="2026-10-07T15:31:28.471" v="5672" actId="164"/>
          <ac:spMkLst>
            <pc:docMk/>
            <pc:sldMk cId="3287035520" sldId="269"/>
            <ac:spMk id="7" creationId="{229D673D-AB25-BD11-1F6E-C6BAB5F65888}"/>
          </ac:spMkLst>
        </pc:spChg>
        <pc:spChg chg="mod topLvl">
          <ac:chgData name="Luke Watson" userId="82288e9e-916d-45ff-b890-5df92c93dc25" providerId="ADAL" clId="{F1BCFA4A-8901-424D-8304-C94205707DC4}" dt="2026-10-07T15:32:59.676" v="5699" actId="164"/>
          <ac:spMkLst>
            <pc:docMk/>
            <pc:sldMk cId="3287035520" sldId="269"/>
            <ac:spMk id="10" creationId="{3A92F41C-4CAF-251D-C0AC-149A3D2A5569}"/>
          </ac:spMkLst>
        </pc:spChg>
        <pc:spChg chg="mod topLvl">
          <ac:chgData name="Luke Watson" userId="82288e9e-916d-45ff-b890-5df92c93dc25" providerId="ADAL" clId="{F1BCFA4A-8901-424D-8304-C94205707DC4}" dt="2026-10-07T15:32:59.676" v="5699" actId="164"/>
          <ac:spMkLst>
            <pc:docMk/>
            <pc:sldMk cId="3287035520" sldId="269"/>
            <ac:spMk id="11" creationId="{0C40C43A-39DE-59E9-8055-EB06D5DF4C05}"/>
          </ac:spMkLst>
        </pc:spChg>
        <pc:spChg chg="del mod topLvl">
          <ac:chgData name="Luke Watson" userId="82288e9e-916d-45ff-b890-5df92c93dc25" providerId="ADAL" clId="{F1BCFA4A-8901-424D-8304-C94205707DC4}" dt="2026-10-07T15:31:44.306" v="5677" actId="478"/>
          <ac:spMkLst>
            <pc:docMk/>
            <pc:sldMk cId="3287035520" sldId="269"/>
            <ac:spMk id="12" creationId="{C587A53A-618A-6B1C-3D2F-9E5D7920AA22}"/>
          </ac:spMkLst>
        </pc:spChg>
        <pc:spChg chg="mod">
          <ac:chgData name="Luke Watson" userId="82288e9e-916d-45ff-b890-5df92c93dc25" providerId="ADAL" clId="{F1BCFA4A-8901-424D-8304-C94205707DC4}" dt="2026-10-07T15:33:45.902" v="5756" actId="20577"/>
          <ac:spMkLst>
            <pc:docMk/>
            <pc:sldMk cId="3287035520" sldId="269"/>
            <ac:spMk id="15" creationId="{9FB4BF3E-D9EB-076A-35CF-2AEA035E86B7}"/>
          </ac:spMkLst>
        </pc:spChg>
        <pc:spChg chg="mod">
          <ac:chgData name="Luke Watson" userId="82288e9e-916d-45ff-b890-5df92c93dc25" providerId="ADAL" clId="{F1BCFA4A-8901-424D-8304-C94205707DC4}" dt="2026-10-07T15:33:10.123" v="5707" actId="20577"/>
          <ac:spMkLst>
            <pc:docMk/>
            <pc:sldMk cId="3287035520" sldId="269"/>
            <ac:spMk id="16" creationId="{BC05EDF5-C63A-CFCB-543E-AA8FCEE5B601}"/>
          </ac:spMkLst>
        </pc:spChg>
        <pc:spChg chg="mod topLvl">
          <ac:chgData name="Luke Watson" userId="82288e9e-916d-45ff-b890-5df92c93dc25" providerId="ADAL" clId="{F1BCFA4A-8901-424D-8304-C94205707DC4}" dt="2026-10-07T15:37:26.531" v="5862" actId="165"/>
          <ac:spMkLst>
            <pc:docMk/>
            <pc:sldMk cId="3287035520" sldId="269"/>
            <ac:spMk id="18" creationId="{C0ECE608-AECD-96BD-F3F4-53A1E6FA0BB0}"/>
          </ac:spMkLst>
        </pc:spChg>
        <pc:spChg chg="mod topLvl">
          <ac:chgData name="Luke Watson" userId="82288e9e-916d-45ff-b890-5df92c93dc25" providerId="ADAL" clId="{F1BCFA4A-8901-424D-8304-C94205707DC4}" dt="2026-10-07T15:37:26.531" v="5862" actId="165"/>
          <ac:spMkLst>
            <pc:docMk/>
            <pc:sldMk cId="3287035520" sldId="269"/>
            <ac:spMk id="19" creationId="{240E8F31-A098-8097-3A86-58442FBB87EC}"/>
          </ac:spMkLst>
        </pc:spChg>
        <pc:spChg chg="mod topLvl">
          <ac:chgData name="Luke Watson" userId="82288e9e-916d-45ff-b890-5df92c93dc25" providerId="ADAL" clId="{F1BCFA4A-8901-424D-8304-C94205707DC4}" dt="2026-10-07T15:37:26.531" v="5862" actId="165"/>
          <ac:spMkLst>
            <pc:docMk/>
            <pc:sldMk cId="3287035520" sldId="269"/>
            <ac:spMk id="20" creationId="{2230C96E-66B5-4E79-FF09-798F789257E7}"/>
          </ac:spMkLst>
        </pc:spChg>
        <pc:spChg chg="add del mod">
          <ac:chgData name="Luke Watson" userId="82288e9e-916d-45ff-b890-5df92c93dc25" providerId="ADAL" clId="{F1BCFA4A-8901-424D-8304-C94205707DC4}" dt="2026-10-07T15:34:18.485" v="5767" actId="478"/>
          <ac:spMkLst>
            <pc:docMk/>
            <pc:sldMk cId="3287035520" sldId="269"/>
            <ac:spMk id="22" creationId="{73AB434F-5B80-B394-726C-E5C7B9FF73A7}"/>
          </ac:spMkLst>
        </pc:spChg>
        <pc:spChg chg="mod topLvl">
          <ac:chgData name="Luke Watson" userId="82288e9e-916d-45ff-b890-5df92c93dc25" providerId="ADAL" clId="{F1BCFA4A-8901-424D-8304-C94205707DC4}" dt="2026-10-07T15:38:20.851" v="5879" actId="1076"/>
          <ac:spMkLst>
            <pc:docMk/>
            <pc:sldMk cId="3287035520" sldId="269"/>
            <ac:spMk id="24" creationId="{B534CB89-0601-1238-97BB-39A683B42DC4}"/>
          </ac:spMkLst>
        </pc:spChg>
        <pc:spChg chg="mod topLvl">
          <ac:chgData name="Luke Watson" userId="82288e9e-916d-45ff-b890-5df92c93dc25" providerId="ADAL" clId="{F1BCFA4A-8901-424D-8304-C94205707DC4}" dt="2026-10-07T15:38:20.851" v="5879" actId="1076"/>
          <ac:spMkLst>
            <pc:docMk/>
            <pc:sldMk cId="3287035520" sldId="269"/>
            <ac:spMk id="25" creationId="{137C94AE-00DD-4478-3103-E4D8BEB6DE21}"/>
          </ac:spMkLst>
        </pc:spChg>
        <pc:spChg chg="add mod">
          <ac:chgData name="Luke Watson" userId="82288e9e-916d-45ff-b890-5df92c93dc25" providerId="ADAL" clId="{F1BCFA4A-8901-424D-8304-C94205707DC4}" dt="2026-10-07T15:38:20.851" v="5879" actId="1076"/>
          <ac:spMkLst>
            <pc:docMk/>
            <pc:sldMk cId="3287035520" sldId="269"/>
            <ac:spMk id="26" creationId="{90C7003D-D53B-CCDD-6AE8-79596824829C}"/>
          </ac:spMkLst>
        </pc:spChg>
        <pc:spChg chg="add mod">
          <ac:chgData name="Luke Watson" userId="82288e9e-916d-45ff-b890-5df92c93dc25" providerId="ADAL" clId="{F1BCFA4A-8901-424D-8304-C94205707DC4}" dt="2026-10-07T15:38:20.851" v="5879" actId="1076"/>
          <ac:spMkLst>
            <pc:docMk/>
            <pc:sldMk cId="3287035520" sldId="269"/>
            <ac:spMk id="27" creationId="{BADE0DF1-34DE-ABA5-A3E0-E6ED87DEE5D3}"/>
          </ac:spMkLst>
        </pc:spChg>
        <pc:spChg chg="add del mod">
          <ac:chgData name="Luke Watson" userId="82288e9e-916d-45ff-b890-5df92c93dc25" providerId="ADAL" clId="{F1BCFA4A-8901-424D-8304-C94205707DC4}" dt="2026-10-07T15:39:23.416" v="5886" actId="478"/>
          <ac:spMkLst>
            <pc:docMk/>
            <pc:sldMk cId="3287035520" sldId="269"/>
            <ac:spMk id="28" creationId="{E1186478-E980-62F6-284E-D629DCE093BA}"/>
          </ac:spMkLst>
        </pc:spChg>
        <pc:spChg chg="add mod">
          <ac:chgData name="Luke Watson" userId="82288e9e-916d-45ff-b890-5df92c93dc25" providerId="ADAL" clId="{F1BCFA4A-8901-424D-8304-C94205707DC4}" dt="2026-10-07T15:42:35.321" v="5951" actId="1076"/>
          <ac:spMkLst>
            <pc:docMk/>
            <pc:sldMk cId="3287035520" sldId="269"/>
            <ac:spMk id="29" creationId="{4E4DF4FE-F89C-B625-E6F8-C88DBDFC1A4E}"/>
          </ac:spMkLst>
        </pc:spChg>
        <pc:spChg chg="add del mod">
          <ac:chgData name="Luke Watson" userId="82288e9e-916d-45ff-b890-5df92c93dc25" providerId="ADAL" clId="{F1BCFA4A-8901-424D-8304-C94205707DC4}" dt="2026-10-07T15:41:41.970" v="5931" actId="478"/>
          <ac:spMkLst>
            <pc:docMk/>
            <pc:sldMk cId="3287035520" sldId="269"/>
            <ac:spMk id="30" creationId="{6235A1BE-AC5C-82B9-5099-8C14FBDD6FD4}"/>
          </ac:spMkLst>
        </pc:spChg>
        <pc:spChg chg="add del mod">
          <ac:chgData name="Luke Watson" userId="82288e9e-916d-45ff-b890-5df92c93dc25" providerId="ADAL" clId="{F1BCFA4A-8901-424D-8304-C94205707DC4}" dt="2026-10-07T15:41:39.860" v="5930" actId="478"/>
          <ac:spMkLst>
            <pc:docMk/>
            <pc:sldMk cId="3287035520" sldId="269"/>
            <ac:spMk id="31" creationId="{0FBE0FC0-F15A-60FE-1BA4-B99D3FC7913C}"/>
          </ac:spMkLst>
        </pc:spChg>
        <pc:spChg chg="add del mod">
          <ac:chgData name="Luke Watson" userId="82288e9e-916d-45ff-b890-5df92c93dc25" providerId="ADAL" clId="{F1BCFA4A-8901-424D-8304-C94205707DC4}" dt="2026-10-07T15:41:37.821" v="5929" actId="478"/>
          <ac:spMkLst>
            <pc:docMk/>
            <pc:sldMk cId="3287035520" sldId="269"/>
            <ac:spMk id="32" creationId="{90508C6A-20D9-C0B4-05B0-25339E7B885A}"/>
          </ac:spMkLst>
        </pc:spChg>
        <pc:spChg chg="add del mod">
          <ac:chgData name="Luke Watson" userId="82288e9e-916d-45ff-b890-5df92c93dc25" providerId="ADAL" clId="{F1BCFA4A-8901-424D-8304-C94205707DC4}" dt="2026-10-07T15:41:44.113" v="5932" actId="478"/>
          <ac:spMkLst>
            <pc:docMk/>
            <pc:sldMk cId="3287035520" sldId="269"/>
            <ac:spMk id="33" creationId="{14EF837C-65CF-0B15-AB2A-9CFBADDCEBB4}"/>
          </ac:spMkLst>
        </pc:spChg>
        <pc:spChg chg="add del mod">
          <ac:chgData name="Luke Watson" userId="82288e9e-916d-45ff-b890-5df92c93dc25" providerId="ADAL" clId="{F1BCFA4A-8901-424D-8304-C94205707DC4}" dt="2026-10-07T15:41:45.924" v="5933" actId="478"/>
          <ac:spMkLst>
            <pc:docMk/>
            <pc:sldMk cId="3287035520" sldId="269"/>
            <ac:spMk id="34" creationId="{90ACDB84-85E6-977B-46E3-984F184D3FCD}"/>
          </ac:spMkLst>
        </pc:spChg>
        <pc:spChg chg="add mod">
          <ac:chgData name="Luke Watson" userId="82288e9e-916d-45ff-b890-5df92c93dc25" providerId="ADAL" clId="{F1BCFA4A-8901-424D-8304-C94205707DC4}" dt="2026-10-07T15:43:06.638" v="5954" actId="1076"/>
          <ac:spMkLst>
            <pc:docMk/>
            <pc:sldMk cId="3287035520" sldId="269"/>
            <ac:spMk id="51" creationId="{1411A29F-D731-6C7B-CD63-3E06B26A80EE}"/>
          </ac:spMkLst>
        </pc:spChg>
        <pc:grpChg chg="add mod">
          <ac:chgData name="Luke Watson" userId="82288e9e-916d-45ff-b890-5df92c93dc25" providerId="ADAL" clId="{F1BCFA4A-8901-424D-8304-C94205707DC4}" dt="2026-10-07T15:34:24.451" v="5768" actId="1076"/>
          <ac:grpSpMkLst>
            <pc:docMk/>
            <pc:sldMk cId="3287035520" sldId="269"/>
            <ac:grpSpMk id="8" creationId="{C67E8D8D-0480-680D-3A35-2CE5940F3852}"/>
          </ac:grpSpMkLst>
        </pc:grpChg>
        <pc:grpChg chg="add del mod">
          <ac:chgData name="Luke Watson" userId="82288e9e-916d-45ff-b890-5df92c93dc25" providerId="ADAL" clId="{F1BCFA4A-8901-424D-8304-C94205707DC4}" dt="2026-10-07T15:31:40.261" v="5676" actId="165"/>
          <ac:grpSpMkLst>
            <pc:docMk/>
            <pc:sldMk cId="3287035520" sldId="269"/>
            <ac:grpSpMk id="9" creationId="{9EE8C392-0E16-BDBA-5B65-6A43014297FD}"/>
          </ac:grpSpMkLst>
        </pc:grpChg>
        <pc:grpChg chg="add mod">
          <ac:chgData name="Luke Watson" userId="82288e9e-916d-45ff-b890-5df92c93dc25" providerId="ADAL" clId="{F1BCFA4A-8901-424D-8304-C94205707DC4}" dt="2026-10-07T15:34:39.618" v="5771" actId="1076"/>
          <ac:grpSpMkLst>
            <pc:docMk/>
            <pc:sldMk cId="3287035520" sldId="269"/>
            <ac:grpSpMk id="13" creationId="{BF8B5AF7-099E-A8DF-5C82-D548ED465D05}"/>
          </ac:grpSpMkLst>
        </pc:grpChg>
        <pc:grpChg chg="add mod">
          <ac:chgData name="Luke Watson" userId="82288e9e-916d-45ff-b890-5df92c93dc25" providerId="ADAL" clId="{F1BCFA4A-8901-424D-8304-C94205707DC4}" dt="2026-10-07T15:34:32.939" v="5769" actId="1076"/>
          <ac:grpSpMkLst>
            <pc:docMk/>
            <pc:sldMk cId="3287035520" sldId="269"/>
            <ac:grpSpMk id="14" creationId="{2738AD6A-91C8-4C8B-B20C-9BC55CF5EE58}"/>
          </ac:grpSpMkLst>
        </pc:grpChg>
        <pc:grpChg chg="add del mod">
          <ac:chgData name="Luke Watson" userId="82288e9e-916d-45ff-b890-5df92c93dc25" providerId="ADAL" clId="{F1BCFA4A-8901-424D-8304-C94205707DC4}" dt="2026-10-07T15:37:26.531" v="5862" actId="165"/>
          <ac:grpSpMkLst>
            <pc:docMk/>
            <pc:sldMk cId="3287035520" sldId="269"/>
            <ac:grpSpMk id="17" creationId="{3FA2F837-F7BD-D4A0-B3EE-A3E96F6D1CCA}"/>
          </ac:grpSpMkLst>
        </pc:grpChg>
        <pc:grpChg chg="add del mod">
          <ac:chgData name="Luke Watson" userId="82288e9e-916d-45ff-b890-5df92c93dc25" providerId="ADAL" clId="{F1BCFA4A-8901-424D-8304-C94205707DC4}" dt="2026-10-07T15:36:34.792" v="5835" actId="165"/>
          <ac:grpSpMkLst>
            <pc:docMk/>
            <pc:sldMk cId="3287035520" sldId="269"/>
            <ac:grpSpMk id="23" creationId="{BE78AE2F-4D77-6313-4B58-8560D320C57D}"/>
          </ac:grpSpMkLst>
        </pc:grpChg>
        <pc:cxnChg chg="add mod">
          <ac:chgData name="Luke Watson" userId="82288e9e-916d-45ff-b890-5df92c93dc25" providerId="ADAL" clId="{F1BCFA4A-8901-424D-8304-C94205707DC4}" dt="2026-10-07T15:42:03.345" v="5937" actId="1582"/>
          <ac:cxnSpMkLst>
            <pc:docMk/>
            <pc:sldMk cId="3287035520" sldId="269"/>
            <ac:cxnSpMk id="36" creationId="{D91C4482-DFB8-2FAC-23DA-E10500067FDC}"/>
          </ac:cxnSpMkLst>
        </pc:cxnChg>
        <pc:cxnChg chg="add mod">
          <ac:chgData name="Luke Watson" userId="82288e9e-916d-45ff-b890-5df92c93dc25" providerId="ADAL" clId="{F1BCFA4A-8901-424D-8304-C94205707DC4}" dt="2026-10-07T15:42:08.686" v="5940" actId="14100"/>
          <ac:cxnSpMkLst>
            <pc:docMk/>
            <pc:sldMk cId="3287035520" sldId="269"/>
            <ac:cxnSpMk id="38" creationId="{F82BF935-C030-F6C5-05DB-A63CCB82A4C0}"/>
          </ac:cxnSpMkLst>
        </pc:cxnChg>
        <pc:cxnChg chg="add mod">
          <ac:chgData name="Luke Watson" userId="82288e9e-916d-45ff-b890-5df92c93dc25" providerId="ADAL" clId="{F1BCFA4A-8901-424D-8304-C94205707DC4}" dt="2026-10-07T15:42:13.700" v="5943" actId="14100"/>
          <ac:cxnSpMkLst>
            <pc:docMk/>
            <pc:sldMk cId="3287035520" sldId="269"/>
            <ac:cxnSpMk id="41" creationId="{31A9EF1A-B352-4379-1B59-11A589E8C1D9}"/>
          </ac:cxnSpMkLst>
        </pc:cxnChg>
        <pc:cxnChg chg="add mod">
          <ac:chgData name="Luke Watson" userId="82288e9e-916d-45ff-b890-5df92c93dc25" providerId="ADAL" clId="{F1BCFA4A-8901-424D-8304-C94205707DC4}" dt="2026-10-07T15:42:21.893" v="5947" actId="14100"/>
          <ac:cxnSpMkLst>
            <pc:docMk/>
            <pc:sldMk cId="3287035520" sldId="269"/>
            <ac:cxnSpMk id="44" creationId="{07C8A6E3-0663-7D79-0A2D-3E936181EF6C}"/>
          </ac:cxnSpMkLst>
        </pc:cxnChg>
        <pc:cxnChg chg="add mod">
          <ac:chgData name="Luke Watson" userId="82288e9e-916d-45ff-b890-5df92c93dc25" providerId="ADAL" clId="{F1BCFA4A-8901-424D-8304-C94205707DC4}" dt="2026-10-07T15:42:35.321" v="5951" actId="1076"/>
          <ac:cxnSpMkLst>
            <pc:docMk/>
            <pc:sldMk cId="3287035520" sldId="269"/>
            <ac:cxnSpMk id="47" creationId="{E30E0258-7057-F4AE-F27E-952AAFBCBCD9}"/>
          </ac:cxnSpMkLst>
        </pc:cxnChg>
      </pc:sldChg>
      <pc:sldChg chg="modSp mod">
        <pc:chgData name="Luke Watson" userId="82288e9e-916d-45ff-b890-5df92c93dc25" providerId="ADAL" clId="{F1BCFA4A-8901-424D-8304-C94205707DC4}" dt="2026-10-07T15:36:00.025" v="5832" actId="14100"/>
        <pc:sldMkLst>
          <pc:docMk/>
          <pc:sldMk cId="2308641317" sldId="270"/>
        </pc:sldMkLst>
        <pc:spChg chg="mod">
          <ac:chgData name="Luke Watson" userId="82288e9e-916d-45ff-b890-5df92c93dc25" providerId="ADAL" clId="{F1BCFA4A-8901-424D-8304-C94205707DC4}" dt="2026-10-07T15:35:49.381" v="5830" actId="20577"/>
          <ac:spMkLst>
            <pc:docMk/>
            <pc:sldMk cId="2308641317" sldId="270"/>
            <ac:spMk id="2" creationId="{37B30E1A-186D-97F9-0CF2-26071EE83BAC}"/>
          </ac:spMkLst>
        </pc:spChg>
        <pc:graphicFrameChg chg="mod modGraphic">
          <ac:chgData name="Luke Watson" userId="82288e9e-916d-45ff-b890-5df92c93dc25" providerId="ADAL" clId="{F1BCFA4A-8901-424D-8304-C94205707DC4}" dt="2026-10-07T15:36:00.025" v="5832" actId="14100"/>
          <ac:graphicFrameMkLst>
            <pc:docMk/>
            <pc:sldMk cId="2308641317" sldId="270"/>
            <ac:graphicFrameMk id="6" creationId="{10A4BC9C-8556-6781-CFD9-D804D751BFD5}"/>
          </ac:graphicFrameMkLst>
        </pc:graphicFrameChg>
      </pc:sldChg>
      <pc:sldChg chg="modSp mod">
        <pc:chgData name="Luke Watson" userId="82288e9e-916d-45ff-b890-5df92c93dc25" providerId="ADAL" clId="{F1BCFA4A-8901-424D-8304-C94205707DC4}" dt="2026-10-07T16:30:05.807" v="6376" actId="207"/>
        <pc:sldMkLst>
          <pc:docMk/>
          <pc:sldMk cId="3976556667" sldId="274"/>
        </pc:sldMkLst>
        <pc:spChg chg="mod">
          <ac:chgData name="Luke Watson" userId="82288e9e-916d-45ff-b890-5df92c93dc25" providerId="ADAL" clId="{F1BCFA4A-8901-424D-8304-C94205707DC4}" dt="2026-10-07T16:30:05.807" v="6376" actId="207"/>
          <ac:spMkLst>
            <pc:docMk/>
            <pc:sldMk cId="3976556667" sldId="274"/>
            <ac:spMk id="6" creationId="{8208B45D-8908-933B-B4E1-48CB13843420}"/>
          </ac:spMkLst>
        </pc:spChg>
      </pc:sldChg>
      <pc:sldChg chg="modSp mod">
        <pc:chgData name="Luke Watson" userId="82288e9e-916d-45ff-b890-5df92c93dc25" providerId="ADAL" clId="{F1BCFA4A-8901-424D-8304-C94205707DC4}" dt="2026-10-07T16:30:31.189" v="6378" actId="207"/>
        <pc:sldMkLst>
          <pc:docMk/>
          <pc:sldMk cId="3993472580" sldId="275"/>
        </pc:sldMkLst>
        <pc:spChg chg="mod">
          <ac:chgData name="Luke Watson" userId="82288e9e-916d-45ff-b890-5df92c93dc25" providerId="ADAL" clId="{F1BCFA4A-8901-424D-8304-C94205707DC4}" dt="2026-10-07T16:30:25.383" v="6377" actId="207"/>
          <ac:spMkLst>
            <pc:docMk/>
            <pc:sldMk cId="3993472580" sldId="275"/>
            <ac:spMk id="5" creationId="{ABF12B14-4009-D5F2-1A10-96C88EC527CB}"/>
          </ac:spMkLst>
        </pc:spChg>
        <pc:spChg chg="mod">
          <ac:chgData name="Luke Watson" userId="82288e9e-916d-45ff-b890-5df92c93dc25" providerId="ADAL" clId="{F1BCFA4A-8901-424D-8304-C94205707DC4}" dt="2026-10-07T16:30:31.189" v="6378" actId="207"/>
          <ac:spMkLst>
            <pc:docMk/>
            <pc:sldMk cId="3993472580" sldId="275"/>
            <ac:spMk id="8" creationId="{8910F5EF-9BBC-E367-3937-BF0A7903108D}"/>
          </ac:spMkLst>
        </pc:spChg>
      </pc:sldChg>
      <pc:sldChg chg="modSp mod">
        <pc:chgData name="Luke Watson" userId="82288e9e-916d-45ff-b890-5df92c93dc25" providerId="ADAL" clId="{F1BCFA4A-8901-424D-8304-C94205707DC4}" dt="2026-10-07T16:29:51.517" v="6373" actId="207"/>
        <pc:sldMkLst>
          <pc:docMk/>
          <pc:sldMk cId="286081461" sldId="276"/>
        </pc:sldMkLst>
        <pc:spChg chg="mod">
          <ac:chgData name="Luke Watson" userId="82288e9e-916d-45ff-b890-5df92c93dc25" providerId="ADAL" clId="{F1BCFA4A-8901-424D-8304-C94205707DC4}" dt="2026-10-07T16:07:24.500" v="5983" actId="20577"/>
          <ac:spMkLst>
            <pc:docMk/>
            <pc:sldMk cId="286081461" sldId="276"/>
            <ac:spMk id="2" creationId="{73936C96-5C60-23A1-09FB-1CB808797C83}"/>
          </ac:spMkLst>
        </pc:spChg>
        <pc:spChg chg="mod">
          <ac:chgData name="Luke Watson" userId="82288e9e-916d-45ff-b890-5df92c93dc25" providerId="ADAL" clId="{F1BCFA4A-8901-424D-8304-C94205707DC4}" dt="2026-10-07T16:29:51.517" v="6373" actId="207"/>
          <ac:spMkLst>
            <pc:docMk/>
            <pc:sldMk cId="286081461" sldId="276"/>
            <ac:spMk id="6" creationId="{AA5F1F13-557E-960F-AC03-3E3539629EA7}"/>
          </ac:spMkLst>
        </pc:spChg>
      </pc:sldChg>
      <pc:sldChg chg="addSp modSp modAnim">
        <pc:chgData name="Luke Watson" userId="82288e9e-916d-45ff-b890-5df92c93dc25" providerId="ADAL" clId="{F1BCFA4A-8901-424D-8304-C94205707DC4}" dt="2026-10-07T16:33:20.810" v="6402"/>
        <pc:sldMkLst>
          <pc:docMk/>
          <pc:sldMk cId="3833523250" sldId="277"/>
        </pc:sldMkLst>
        <pc:spChg chg="mod">
          <ac:chgData name="Luke Watson" userId="82288e9e-916d-45ff-b890-5df92c93dc25" providerId="ADAL" clId="{F1BCFA4A-8901-424D-8304-C94205707DC4}" dt="2026-10-07T16:33:19.962" v="6401" actId="164"/>
          <ac:spMkLst>
            <pc:docMk/>
            <pc:sldMk cId="3833523250" sldId="277"/>
            <ac:spMk id="5" creationId="{B3AD932A-479B-ADDA-202A-5695DDA0DEA5}"/>
          </ac:spMkLst>
        </pc:spChg>
        <pc:grpChg chg="add mod">
          <ac:chgData name="Luke Watson" userId="82288e9e-916d-45ff-b890-5df92c93dc25" providerId="ADAL" clId="{F1BCFA4A-8901-424D-8304-C94205707DC4}" dt="2026-10-07T16:33:19.962" v="6401" actId="164"/>
          <ac:grpSpMkLst>
            <pc:docMk/>
            <pc:sldMk cId="3833523250" sldId="277"/>
            <ac:grpSpMk id="6" creationId="{61B7BFC8-739E-E3F3-9A2B-D4999E6820A6}"/>
          </ac:grpSpMkLst>
        </pc:grpChg>
        <pc:picChg chg="mod">
          <ac:chgData name="Luke Watson" userId="82288e9e-916d-45ff-b890-5df92c93dc25" providerId="ADAL" clId="{F1BCFA4A-8901-424D-8304-C94205707DC4}" dt="2026-10-07T16:33:19.962" v="6401" actId="164"/>
          <ac:picMkLst>
            <pc:docMk/>
            <pc:sldMk cId="3833523250" sldId="277"/>
            <ac:picMk id="9" creationId="{C0757DDA-6B47-1638-0B8D-F7E01386CA1F}"/>
          </ac:picMkLst>
        </pc:picChg>
      </pc:sldChg>
      <pc:sldChg chg="addSp modSp mod modAnim">
        <pc:chgData name="Luke Watson" userId="82288e9e-916d-45ff-b890-5df92c93dc25" providerId="ADAL" clId="{F1BCFA4A-8901-424D-8304-C94205707DC4}" dt="2026-10-07T16:18:02.334" v="6247" actId="6549"/>
        <pc:sldMkLst>
          <pc:docMk/>
          <pc:sldMk cId="3880698086" sldId="278"/>
        </pc:sldMkLst>
        <pc:spChg chg="mod">
          <ac:chgData name="Luke Watson" userId="82288e9e-916d-45ff-b890-5df92c93dc25" providerId="ADAL" clId="{F1BCFA4A-8901-424D-8304-C94205707DC4}" dt="2026-10-07T16:16:11.198" v="6155" actId="20577"/>
          <ac:spMkLst>
            <pc:docMk/>
            <pc:sldMk cId="3880698086" sldId="278"/>
            <ac:spMk id="2" creationId="{663DD872-EB07-35E1-4220-C073C509A61B}"/>
          </ac:spMkLst>
        </pc:spChg>
        <pc:spChg chg="mod">
          <ac:chgData name="Luke Watson" userId="82288e9e-916d-45ff-b890-5df92c93dc25" providerId="ADAL" clId="{F1BCFA4A-8901-424D-8304-C94205707DC4}" dt="2026-10-07T16:05:18.494" v="5963" actId="6549"/>
          <ac:spMkLst>
            <pc:docMk/>
            <pc:sldMk cId="3880698086" sldId="278"/>
            <ac:spMk id="10" creationId="{2B6C511D-16DB-FAEC-7E6A-BE06DCAAA4C7}"/>
          </ac:spMkLst>
        </pc:spChg>
        <pc:spChg chg="mod">
          <ac:chgData name="Luke Watson" userId="82288e9e-916d-45ff-b890-5df92c93dc25" providerId="ADAL" clId="{F1BCFA4A-8901-424D-8304-C94205707DC4}" dt="2026-10-07T16:18:02.334" v="6247" actId="6549"/>
          <ac:spMkLst>
            <pc:docMk/>
            <pc:sldMk cId="3880698086" sldId="278"/>
            <ac:spMk id="12" creationId="{8FC8AE71-9D7E-5056-A510-CD73A7816185}"/>
          </ac:spMkLst>
        </pc:spChg>
        <pc:spChg chg="mod">
          <ac:chgData name="Luke Watson" userId="82288e9e-916d-45ff-b890-5df92c93dc25" providerId="ADAL" clId="{F1BCFA4A-8901-424D-8304-C94205707DC4}" dt="2026-10-07T16:17:25.432" v="6243" actId="20577"/>
          <ac:spMkLst>
            <pc:docMk/>
            <pc:sldMk cId="3880698086" sldId="278"/>
            <ac:spMk id="13" creationId="{80DB3755-6281-A7F0-0D62-5B73A4CCECAD}"/>
          </ac:spMkLst>
        </pc:spChg>
        <pc:spChg chg="mod">
          <ac:chgData name="Luke Watson" userId="82288e9e-916d-45ff-b890-5df92c93dc25" providerId="ADAL" clId="{F1BCFA4A-8901-424D-8304-C94205707DC4}" dt="2026-10-07T16:04:52.366" v="5959" actId="164"/>
          <ac:spMkLst>
            <pc:docMk/>
            <pc:sldMk cId="3880698086" sldId="278"/>
            <ac:spMk id="14" creationId="{F8275464-F3CD-20A8-704D-DB4E9AAF111B}"/>
          </ac:spMkLst>
        </pc:spChg>
        <pc:spChg chg="mod">
          <ac:chgData name="Luke Watson" userId="82288e9e-916d-45ff-b890-5df92c93dc25" providerId="ADAL" clId="{F1BCFA4A-8901-424D-8304-C94205707DC4}" dt="2026-10-07T16:15:55.311" v="6128" actId="313"/>
          <ac:spMkLst>
            <pc:docMk/>
            <pc:sldMk cId="3880698086" sldId="278"/>
            <ac:spMk id="15" creationId="{EAF70D27-704C-B29B-93D7-0E8C99C8A82A}"/>
          </ac:spMkLst>
        </pc:spChg>
        <pc:spChg chg="mod">
          <ac:chgData name="Luke Watson" userId="82288e9e-916d-45ff-b890-5df92c93dc25" providerId="ADAL" clId="{F1BCFA4A-8901-424D-8304-C94205707DC4}" dt="2026-10-07T16:05:08.577" v="5961"/>
          <ac:spMkLst>
            <pc:docMk/>
            <pc:sldMk cId="3880698086" sldId="278"/>
            <ac:spMk id="18" creationId="{102E43CA-CA91-9469-3E15-7E4627D30BBA}"/>
          </ac:spMkLst>
        </pc:spChg>
        <pc:grpChg chg="add mod">
          <ac:chgData name="Luke Watson" userId="82288e9e-916d-45ff-b890-5df92c93dc25" providerId="ADAL" clId="{F1BCFA4A-8901-424D-8304-C94205707DC4}" dt="2026-10-07T16:17:48.246" v="6245" actId="1076"/>
          <ac:grpSpMkLst>
            <pc:docMk/>
            <pc:sldMk cId="3880698086" sldId="278"/>
            <ac:grpSpMk id="8" creationId="{FD476D8D-FB11-3519-4109-F67D9901C69A}"/>
          </ac:grpSpMkLst>
        </pc:grpChg>
        <pc:grpChg chg="add mod">
          <ac:chgData name="Luke Watson" userId="82288e9e-916d-45ff-b890-5df92c93dc25" providerId="ADAL" clId="{F1BCFA4A-8901-424D-8304-C94205707DC4}" dt="2026-10-07T16:17:55.072" v="6246" actId="1076"/>
          <ac:grpSpMkLst>
            <pc:docMk/>
            <pc:sldMk cId="3880698086" sldId="278"/>
            <ac:grpSpMk id="9" creationId="{FC1D85B5-BD5A-5970-360B-7B7698A164E9}"/>
          </ac:grpSpMkLst>
        </pc:grpChg>
      </pc:sldChg>
      <pc:sldChg chg="addSp delSp modSp add mod ord modAnim">
        <pc:chgData name="Luke Watson" userId="82288e9e-916d-45ff-b890-5df92c93dc25" providerId="ADAL" clId="{F1BCFA4A-8901-424D-8304-C94205707DC4}" dt="2026-10-07T16:34:03.990" v="6404" actId="22"/>
        <pc:sldMkLst>
          <pc:docMk/>
          <pc:sldMk cId="2260395011" sldId="279"/>
        </pc:sldMkLst>
        <pc:spChg chg="mod">
          <ac:chgData name="Luke Watson" userId="82288e9e-916d-45ff-b890-5df92c93dc25" providerId="ADAL" clId="{F1BCFA4A-8901-424D-8304-C94205707DC4}" dt="2026-10-07T16:19:54.213" v="6262" actId="20577"/>
          <ac:spMkLst>
            <pc:docMk/>
            <pc:sldMk cId="2260395011" sldId="279"/>
            <ac:spMk id="3" creationId="{E530AC4B-A87E-9B34-61F4-6D6E095CA53A}"/>
          </ac:spMkLst>
        </pc:spChg>
        <pc:spChg chg="mod topLvl">
          <ac:chgData name="Luke Watson" userId="82288e9e-916d-45ff-b890-5df92c93dc25" providerId="ADAL" clId="{F1BCFA4A-8901-424D-8304-C94205707DC4}" dt="2026-10-07T16:33:09.154" v="6399" actId="164"/>
          <ac:spMkLst>
            <pc:docMk/>
            <pc:sldMk cId="2260395011" sldId="279"/>
            <ac:spMk id="5" creationId="{B5E71FD5-5200-7834-DFCC-EC093A29BE3D}"/>
          </ac:spMkLst>
        </pc:spChg>
        <pc:spChg chg="mod">
          <ac:chgData name="Luke Watson" userId="82288e9e-916d-45ff-b890-5df92c93dc25" providerId="ADAL" clId="{F1BCFA4A-8901-424D-8304-C94205707DC4}" dt="2026-10-07T16:29:32.681" v="6370" actId="207"/>
          <ac:spMkLst>
            <pc:docMk/>
            <pc:sldMk cId="2260395011" sldId="279"/>
            <ac:spMk id="8" creationId="{3C559711-3A92-F6D3-0E70-20A0381EBBE3}"/>
          </ac:spMkLst>
        </pc:spChg>
        <pc:spChg chg="mod topLvl">
          <ac:chgData name="Luke Watson" userId="82288e9e-916d-45ff-b890-5df92c93dc25" providerId="ADAL" clId="{F1BCFA4A-8901-424D-8304-C94205707DC4}" dt="2026-10-07T16:20:08.669" v="6266" actId="165"/>
          <ac:spMkLst>
            <pc:docMk/>
            <pc:sldMk cId="2260395011" sldId="279"/>
            <ac:spMk id="10" creationId="{C3A116E9-1568-4D45-2E31-02189240EE90}"/>
          </ac:spMkLst>
        </pc:spChg>
        <pc:spChg chg="mod topLvl">
          <ac:chgData name="Luke Watson" userId="82288e9e-916d-45ff-b890-5df92c93dc25" providerId="ADAL" clId="{F1BCFA4A-8901-424D-8304-C94205707DC4}" dt="2026-10-07T16:33:04.259" v="6398" actId="165"/>
          <ac:spMkLst>
            <pc:docMk/>
            <pc:sldMk cId="2260395011" sldId="279"/>
            <ac:spMk id="12" creationId="{17291E4D-171E-FCBD-DB54-7403AE8B4479}"/>
          </ac:spMkLst>
        </pc:spChg>
        <pc:spChg chg="mod topLvl">
          <ac:chgData name="Luke Watson" userId="82288e9e-916d-45ff-b890-5df92c93dc25" providerId="ADAL" clId="{F1BCFA4A-8901-424D-8304-C94205707DC4}" dt="2026-10-07T16:33:04.259" v="6398" actId="165"/>
          <ac:spMkLst>
            <pc:docMk/>
            <pc:sldMk cId="2260395011" sldId="279"/>
            <ac:spMk id="14" creationId="{7D593B90-4313-2859-7969-9F478B7DB87B}"/>
          </ac:spMkLst>
        </pc:spChg>
        <pc:grpChg chg="add del mod">
          <ac:chgData name="Luke Watson" userId="82288e9e-916d-45ff-b890-5df92c93dc25" providerId="ADAL" clId="{F1BCFA4A-8901-424D-8304-C94205707DC4}" dt="2026-10-07T16:20:08.669" v="6266" actId="165"/>
          <ac:grpSpMkLst>
            <pc:docMk/>
            <pc:sldMk cId="2260395011" sldId="279"/>
            <ac:grpSpMk id="6" creationId="{DCFF08FE-9125-6625-6B27-21403C6BC049}"/>
          </ac:grpSpMkLst>
        </pc:grpChg>
        <pc:grpChg chg="add del mod">
          <ac:chgData name="Luke Watson" userId="82288e9e-916d-45ff-b890-5df92c93dc25" providerId="ADAL" clId="{F1BCFA4A-8901-424D-8304-C94205707DC4}" dt="2026-10-07T16:33:04.259" v="6398" actId="165"/>
          <ac:grpSpMkLst>
            <pc:docMk/>
            <pc:sldMk cId="2260395011" sldId="279"/>
            <ac:grpSpMk id="15" creationId="{B4E27D09-B50E-86A4-81AF-0F2463E2BBEE}"/>
          </ac:grpSpMkLst>
        </pc:grpChg>
        <pc:grpChg chg="add mod">
          <ac:chgData name="Luke Watson" userId="82288e9e-916d-45ff-b890-5df92c93dc25" providerId="ADAL" clId="{F1BCFA4A-8901-424D-8304-C94205707DC4}" dt="2026-10-07T16:33:09.154" v="6399" actId="164"/>
          <ac:grpSpMkLst>
            <pc:docMk/>
            <pc:sldMk cId="2260395011" sldId="279"/>
            <ac:grpSpMk id="16" creationId="{166DD040-843A-71F4-A5AB-FB59B615C389}"/>
          </ac:grpSpMkLst>
        </pc:grpChg>
        <pc:picChg chg="del">
          <ac:chgData name="Luke Watson" userId="82288e9e-916d-45ff-b890-5df92c93dc25" providerId="ADAL" clId="{F1BCFA4A-8901-424D-8304-C94205707DC4}" dt="2026-10-07T16:31:24.392" v="6382" actId="478"/>
          <ac:picMkLst>
            <pc:docMk/>
            <pc:sldMk cId="2260395011" sldId="279"/>
            <ac:picMk id="9" creationId="{60A212E3-9FFA-FF77-A315-2C3A96C0DC2E}"/>
          </ac:picMkLst>
        </pc:picChg>
        <pc:picChg chg="add mod topLvl">
          <ac:chgData name="Luke Watson" userId="82288e9e-916d-45ff-b890-5df92c93dc25" providerId="ADAL" clId="{F1BCFA4A-8901-424D-8304-C94205707DC4}" dt="2026-10-07T16:33:09.154" v="6399" actId="164"/>
          <ac:picMkLst>
            <pc:docMk/>
            <pc:sldMk cId="2260395011" sldId="279"/>
            <ac:picMk id="11" creationId="{234B3478-0B3C-E148-9EDA-A5AE6D4684E7}"/>
          </ac:picMkLst>
        </pc:picChg>
        <pc:picChg chg="del">
          <ac:chgData name="Luke Watson" userId="82288e9e-916d-45ff-b890-5df92c93dc25" providerId="ADAL" clId="{F1BCFA4A-8901-424D-8304-C94205707DC4}" dt="2026-10-07T16:34:03.314" v="6403" actId="478"/>
          <ac:picMkLst>
            <pc:docMk/>
            <pc:sldMk cId="2260395011" sldId="279"/>
            <ac:picMk id="13" creationId="{5D98A634-C73C-3A7A-67E9-13648E2ED0A2}"/>
          </ac:picMkLst>
        </pc:picChg>
        <pc:picChg chg="add">
          <ac:chgData name="Luke Watson" userId="82288e9e-916d-45ff-b890-5df92c93dc25" providerId="ADAL" clId="{F1BCFA4A-8901-424D-8304-C94205707DC4}" dt="2026-10-07T16:34:03.990" v="6404" actId="22"/>
          <ac:picMkLst>
            <pc:docMk/>
            <pc:sldMk cId="2260395011" sldId="279"/>
            <ac:picMk id="18" creationId="{5C0E613E-44E3-1E13-A4D6-A31CDD76D07E}"/>
          </ac:picMkLst>
        </pc:picChg>
        <pc:picChg chg="add">
          <ac:chgData name="Luke Watson" userId="82288e9e-916d-45ff-b890-5df92c93dc25" providerId="ADAL" clId="{F1BCFA4A-8901-424D-8304-C94205707DC4}" dt="2026-10-07T16:34:03.990" v="6404" actId="22"/>
          <ac:picMkLst>
            <pc:docMk/>
            <pc:sldMk cId="2260395011" sldId="279"/>
            <ac:picMk id="20" creationId="{14EB345C-2072-9B61-FE93-52C2833202A1}"/>
          </ac:picMkLst>
        </pc:picChg>
      </pc:sldChg>
      <pc:sldChg chg="addSp delSp modSp add mod modAnim modNotesTx">
        <pc:chgData name="Luke Watson" userId="82288e9e-916d-45ff-b890-5df92c93dc25" providerId="ADAL" clId="{F1BCFA4A-8901-424D-8304-C94205707DC4}" dt="2026-10-07T17:12:22.262" v="7228" actId="20577"/>
        <pc:sldMkLst>
          <pc:docMk/>
          <pc:sldMk cId="1155149298" sldId="280"/>
        </pc:sldMkLst>
        <pc:spChg chg="mod">
          <ac:chgData name="Luke Watson" userId="82288e9e-916d-45ff-b890-5df92c93dc25" providerId="ADAL" clId="{F1BCFA4A-8901-424D-8304-C94205707DC4}" dt="2026-10-07T16:51:48.620" v="6482" actId="20577"/>
          <ac:spMkLst>
            <pc:docMk/>
            <pc:sldMk cId="1155149298" sldId="280"/>
            <ac:spMk id="2" creationId="{B5C30E07-8892-48B5-6E4D-1A0A89430B0F}"/>
          </ac:spMkLst>
        </pc:spChg>
        <pc:spChg chg="mod topLvl">
          <ac:chgData name="Luke Watson" userId="82288e9e-916d-45ff-b890-5df92c93dc25" providerId="ADAL" clId="{F1BCFA4A-8901-424D-8304-C94205707DC4}" dt="2026-10-07T17:03:54.923" v="6564" actId="164"/>
          <ac:spMkLst>
            <pc:docMk/>
            <pc:sldMk cId="1155149298" sldId="280"/>
            <ac:spMk id="5" creationId="{E060F4C0-1F30-9B97-79BD-57E33FF55ADD}"/>
          </ac:spMkLst>
        </pc:spChg>
        <pc:spChg chg="mod">
          <ac:chgData name="Luke Watson" userId="82288e9e-916d-45ff-b890-5df92c93dc25" providerId="ADAL" clId="{F1BCFA4A-8901-424D-8304-C94205707DC4}" dt="2026-10-07T16:51:23.146" v="6439" actId="207"/>
          <ac:spMkLst>
            <pc:docMk/>
            <pc:sldMk cId="1155149298" sldId="280"/>
            <ac:spMk id="8" creationId="{B8C91668-CBBB-2368-62D2-9109D9B06CF6}"/>
          </ac:spMkLst>
        </pc:spChg>
        <pc:spChg chg="mod ord topLvl">
          <ac:chgData name="Luke Watson" userId="82288e9e-916d-45ff-b890-5df92c93dc25" providerId="ADAL" clId="{F1BCFA4A-8901-424D-8304-C94205707DC4}" dt="2026-10-07T17:03:54.923" v="6564" actId="164"/>
          <ac:spMkLst>
            <pc:docMk/>
            <pc:sldMk cId="1155149298" sldId="280"/>
            <ac:spMk id="12" creationId="{3F553C7B-5769-B20E-4751-94CD09E7B748}"/>
          </ac:spMkLst>
        </pc:spChg>
        <pc:spChg chg="add mod ord">
          <ac:chgData name="Luke Watson" userId="82288e9e-916d-45ff-b890-5df92c93dc25" providerId="ADAL" clId="{F1BCFA4A-8901-424D-8304-C94205707DC4}" dt="2026-10-07T17:04:40.138" v="6572" actId="14100"/>
          <ac:spMkLst>
            <pc:docMk/>
            <pc:sldMk cId="1155149298" sldId="280"/>
            <ac:spMk id="13" creationId="{1C9BFBBC-5692-BC89-7EA9-DD95C17DE228}"/>
          </ac:spMkLst>
        </pc:spChg>
        <pc:spChg chg="mod topLvl">
          <ac:chgData name="Luke Watson" userId="82288e9e-916d-45ff-b890-5df92c93dc25" providerId="ADAL" clId="{F1BCFA4A-8901-424D-8304-C94205707DC4}" dt="2026-10-07T17:03:54.923" v="6564" actId="164"/>
          <ac:spMkLst>
            <pc:docMk/>
            <pc:sldMk cId="1155149298" sldId="280"/>
            <ac:spMk id="14" creationId="{40AB2F36-1690-8515-BA8C-D2AA759CADD8}"/>
          </ac:spMkLst>
        </pc:spChg>
        <pc:spChg chg="add mod">
          <ac:chgData name="Luke Watson" userId="82288e9e-916d-45ff-b890-5df92c93dc25" providerId="ADAL" clId="{F1BCFA4A-8901-424D-8304-C94205707DC4}" dt="2026-10-07T17:08:08.857" v="6578" actId="207"/>
          <ac:spMkLst>
            <pc:docMk/>
            <pc:sldMk cId="1155149298" sldId="280"/>
            <ac:spMk id="19" creationId="{021A6877-B053-81D6-B44D-55D2E04B226B}"/>
          </ac:spMkLst>
        </pc:spChg>
        <pc:grpChg chg="add del mod">
          <ac:chgData name="Luke Watson" userId="82288e9e-916d-45ff-b890-5df92c93dc25" providerId="ADAL" clId="{F1BCFA4A-8901-424D-8304-C94205707DC4}" dt="2026-10-07T17:00:31.293" v="6529" actId="165"/>
          <ac:grpSpMkLst>
            <pc:docMk/>
            <pc:sldMk cId="1155149298" sldId="280"/>
            <ac:grpSpMk id="6" creationId="{63BB548B-CB23-B424-AC33-07F3ED698E1C}"/>
          </ac:grpSpMkLst>
        </pc:grpChg>
        <pc:grpChg chg="add mod">
          <ac:chgData name="Luke Watson" userId="82288e9e-916d-45ff-b890-5df92c93dc25" providerId="ADAL" clId="{F1BCFA4A-8901-424D-8304-C94205707DC4}" dt="2026-10-07T17:05:09.996" v="6575" actId="164"/>
          <ac:grpSpMkLst>
            <pc:docMk/>
            <pc:sldMk cId="1155149298" sldId="280"/>
            <ac:grpSpMk id="15" creationId="{69394139-35A6-6735-7E80-A37BD8C0C1F0}"/>
          </ac:grpSpMkLst>
        </pc:grpChg>
        <pc:grpChg chg="del mod topLvl">
          <ac:chgData name="Luke Watson" userId="82288e9e-916d-45ff-b890-5df92c93dc25" providerId="ADAL" clId="{F1BCFA4A-8901-424D-8304-C94205707DC4}" dt="2026-10-07T17:00:38.961" v="6531" actId="165"/>
          <ac:grpSpMkLst>
            <pc:docMk/>
            <pc:sldMk cId="1155149298" sldId="280"/>
            <ac:grpSpMk id="16" creationId="{6243A5B3-5D87-619D-2075-D65CC4E74E62}"/>
          </ac:grpSpMkLst>
        </pc:grpChg>
        <pc:grpChg chg="add mod">
          <ac:chgData name="Luke Watson" userId="82288e9e-916d-45ff-b890-5df92c93dc25" providerId="ADAL" clId="{F1BCFA4A-8901-424D-8304-C94205707DC4}" dt="2026-10-07T17:05:09.996" v="6575" actId="164"/>
          <ac:grpSpMkLst>
            <pc:docMk/>
            <pc:sldMk cId="1155149298" sldId="280"/>
            <ac:grpSpMk id="21" creationId="{B2BCD31A-828C-1E54-FFEF-A01F6CE4484B}"/>
          </ac:grpSpMkLst>
        </pc:grpChg>
        <pc:picChg chg="add mod">
          <ac:chgData name="Luke Watson" userId="82288e9e-916d-45ff-b890-5df92c93dc25" providerId="ADAL" clId="{F1BCFA4A-8901-424D-8304-C94205707DC4}" dt="2026-10-07T17:03:54.923" v="6564" actId="164"/>
          <ac:picMkLst>
            <pc:docMk/>
            <pc:sldMk cId="1155149298" sldId="280"/>
            <ac:picMk id="9" creationId="{5CD5FB22-889E-1629-62E5-603B64A922FB}"/>
          </ac:picMkLst>
        </pc:picChg>
        <pc:picChg chg="del mod topLvl">
          <ac:chgData name="Luke Watson" userId="82288e9e-916d-45ff-b890-5df92c93dc25" providerId="ADAL" clId="{F1BCFA4A-8901-424D-8304-C94205707DC4}" dt="2026-10-07T17:00:42.774" v="6532" actId="478"/>
          <ac:picMkLst>
            <pc:docMk/>
            <pc:sldMk cId="1155149298" sldId="280"/>
            <ac:picMk id="11" creationId="{52FDF755-7541-A045-0130-65B9986A1B92}"/>
          </ac:picMkLst>
        </pc:picChg>
      </pc:sldChg>
      <pc:sldChg chg="addSp delSp modSp add mod modAnim modNotesTx">
        <pc:chgData name="Luke Watson" userId="82288e9e-916d-45ff-b890-5df92c93dc25" providerId="ADAL" clId="{F1BCFA4A-8901-424D-8304-C94205707DC4}" dt="2026-10-07T17:25:23.784" v="7981" actId="20577"/>
        <pc:sldMkLst>
          <pc:docMk/>
          <pc:sldMk cId="2197824750" sldId="281"/>
        </pc:sldMkLst>
        <pc:spChg chg="mod">
          <ac:chgData name="Luke Watson" userId="82288e9e-916d-45ff-b890-5df92c93dc25" providerId="ADAL" clId="{F1BCFA4A-8901-424D-8304-C94205707DC4}" dt="2026-10-07T17:09:25.187" v="6643" actId="20577"/>
          <ac:spMkLst>
            <pc:docMk/>
            <pc:sldMk cId="2197824750" sldId="281"/>
            <ac:spMk id="2" creationId="{40994554-94B6-A802-1622-9F90504588C2}"/>
          </ac:spMkLst>
        </pc:spChg>
        <pc:spChg chg="mod">
          <ac:chgData name="Luke Watson" userId="82288e9e-916d-45ff-b890-5df92c93dc25" providerId="ADAL" clId="{F1BCFA4A-8901-424D-8304-C94205707DC4}" dt="2026-10-07T17:13:18.760" v="7291" actId="20577"/>
          <ac:spMkLst>
            <pc:docMk/>
            <pc:sldMk cId="2197824750" sldId="281"/>
            <ac:spMk id="5" creationId="{6371C547-0D99-780F-C7E3-65A6BFF1C81D}"/>
          </ac:spMkLst>
        </pc:spChg>
        <pc:spChg chg="mod">
          <ac:chgData name="Luke Watson" userId="82288e9e-916d-45ff-b890-5df92c93dc25" providerId="ADAL" clId="{F1BCFA4A-8901-424D-8304-C94205707DC4}" dt="2026-10-07T17:12:39.216" v="7231" actId="1076"/>
          <ac:spMkLst>
            <pc:docMk/>
            <pc:sldMk cId="2197824750" sldId="281"/>
            <ac:spMk id="8" creationId="{7FA39B59-85AC-9DEB-0798-68318278FF02}"/>
          </ac:spMkLst>
        </pc:spChg>
        <pc:grpChg chg="add mod">
          <ac:chgData name="Luke Watson" userId="82288e9e-916d-45ff-b890-5df92c93dc25" providerId="ADAL" clId="{F1BCFA4A-8901-424D-8304-C94205707DC4}" dt="2026-10-07T17:21:20.454" v="7293" actId="164"/>
          <ac:grpSpMkLst>
            <pc:docMk/>
            <pc:sldMk cId="2197824750" sldId="281"/>
            <ac:grpSpMk id="6" creationId="{0670ADFF-19CC-8C46-2447-EAA496D13E66}"/>
          </ac:grpSpMkLst>
        </pc:grpChg>
        <pc:grpChg chg="mod">
          <ac:chgData name="Luke Watson" userId="82288e9e-916d-45ff-b890-5df92c93dc25" providerId="ADAL" clId="{F1BCFA4A-8901-424D-8304-C94205707DC4}" dt="2026-10-07T17:21:20.454" v="7293" actId="164"/>
          <ac:grpSpMkLst>
            <pc:docMk/>
            <pc:sldMk cId="2197824750" sldId="281"/>
            <ac:grpSpMk id="21" creationId="{60DFC2B4-F553-D62B-D8B1-5470E6487020}"/>
          </ac:grpSpMkLst>
        </pc:grpChg>
        <pc:picChg chg="mod">
          <ac:chgData name="Luke Watson" userId="82288e9e-916d-45ff-b890-5df92c93dc25" providerId="ADAL" clId="{F1BCFA4A-8901-424D-8304-C94205707DC4}" dt="2026-10-07T17:21:20.454" v="7293" actId="164"/>
          <ac:picMkLst>
            <pc:docMk/>
            <pc:sldMk cId="2197824750" sldId="281"/>
            <ac:picMk id="7" creationId="{1BC894C0-58B5-D489-450D-4038FD9C23B9}"/>
          </ac:picMkLst>
        </pc:picChg>
        <pc:picChg chg="del">
          <ac:chgData name="Luke Watson" userId="82288e9e-916d-45ff-b890-5df92c93dc25" providerId="ADAL" clId="{F1BCFA4A-8901-424D-8304-C94205707DC4}" dt="2026-10-07T17:13:23.804" v="7292" actId="478"/>
          <ac:picMkLst>
            <pc:docMk/>
            <pc:sldMk cId="2197824750" sldId="281"/>
            <ac:picMk id="9" creationId="{1E826CDF-A2B7-A981-AA1B-C1FA4B4A547F}"/>
          </ac:picMkLst>
        </pc:picChg>
      </pc:sldChg>
      <pc:sldChg chg="modAnim">
        <pc:chgData name="Luke Watson" userId="82288e9e-916d-45ff-b890-5df92c93dc25" providerId="ADAL" clId="{F1BCFA4A-8901-424D-8304-C94205707DC4}" dt="2026-10-07T17:21:41.222" v="7295"/>
        <pc:sldMkLst>
          <pc:docMk/>
          <pc:sldMk cId="143137100" sldId="282"/>
        </pc:sldMkLst>
      </pc:sldChg>
      <pc:sldChg chg="addSp delSp modSp add mod ord modAnim modNotesTx">
        <pc:chgData name="Luke Watson" userId="82288e9e-916d-45ff-b890-5df92c93dc25" providerId="ADAL" clId="{F1BCFA4A-8901-424D-8304-C94205707DC4}" dt="2026-10-07T17:39:35.211" v="8296" actId="1076"/>
        <pc:sldMkLst>
          <pc:docMk/>
          <pc:sldMk cId="3254536726" sldId="283"/>
        </pc:sldMkLst>
        <pc:spChg chg="mod">
          <ac:chgData name="Luke Watson" userId="82288e9e-916d-45ff-b890-5df92c93dc25" providerId="ADAL" clId="{F1BCFA4A-8901-424D-8304-C94205707DC4}" dt="2026-10-07T17:33:38.625" v="8060" actId="404"/>
          <ac:spMkLst>
            <pc:docMk/>
            <pc:sldMk cId="3254536726" sldId="283"/>
            <ac:spMk id="2" creationId="{7F0C8788-0096-81B2-7DD3-38CEB3ACB721}"/>
          </ac:spMkLst>
        </pc:spChg>
        <pc:spChg chg="mod">
          <ac:chgData name="Luke Watson" userId="82288e9e-916d-45ff-b890-5df92c93dc25" providerId="ADAL" clId="{F1BCFA4A-8901-424D-8304-C94205707DC4}" dt="2026-10-07T17:34:06.907" v="8068" actId="20577"/>
          <ac:spMkLst>
            <pc:docMk/>
            <pc:sldMk cId="3254536726" sldId="283"/>
            <ac:spMk id="3" creationId="{07643235-6E16-3426-FF41-4E62C2F80C7D}"/>
          </ac:spMkLst>
        </pc:spChg>
        <pc:spChg chg="mod">
          <ac:chgData name="Luke Watson" userId="82288e9e-916d-45ff-b890-5df92c93dc25" providerId="ADAL" clId="{F1BCFA4A-8901-424D-8304-C94205707DC4}" dt="2026-10-07T17:32:16.116" v="8000" actId="164"/>
          <ac:spMkLst>
            <pc:docMk/>
            <pc:sldMk cId="3254536726" sldId="283"/>
            <ac:spMk id="5" creationId="{AA096575-548B-08B2-10BF-DADE911F0749}"/>
          </ac:spMkLst>
        </pc:spChg>
        <pc:spChg chg="mod">
          <ac:chgData name="Luke Watson" userId="82288e9e-916d-45ff-b890-5df92c93dc25" providerId="ADAL" clId="{F1BCFA4A-8901-424D-8304-C94205707DC4}" dt="2026-10-07T17:39:26.571" v="8295" actId="207"/>
          <ac:spMkLst>
            <pc:docMk/>
            <pc:sldMk cId="3254536726" sldId="283"/>
            <ac:spMk id="8" creationId="{7497710E-EC43-2D41-12DD-18CFCD5BF91D}"/>
          </ac:spMkLst>
        </pc:spChg>
        <pc:spChg chg="mod">
          <ac:chgData name="Luke Watson" userId="82288e9e-916d-45ff-b890-5df92c93dc25" providerId="ADAL" clId="{F1BCFA4A-8901-424D-8304-C94205707DC4}" dt="2026-10-07T17:31:54.113" v="7995" actId="14100"/>
          <ac:spMkLst>
            <pc:docMk/>
            <pc:sldMk cId="3254536726" sldId="283"/>
            <ac:spMk id="12" creationId="{395B8D7B-6953-6C54-9914-3E650C919476}"/>
          </ac:spMkLst>
        </pc:spChg>
        <pc:grpChg chg="add mod">
          <ac:chgData name="Luke Watson" userId="82288e9e-916d-45ff-b890-5df92c93dc25" providerId="ADAL" clId="{F1BCFA4A-8901-424D-8304-C94205707DC4}" dt="2026-10-07T17:39:35.211" v="8296" actId="1076"/>
          <ac:grpSpMkLst>
            <pc:docMk/>
            <pc:sldMk cId="3254536726" sldId="283"/>
            <ac:grpSpMk id="9" creationId="{2857186F-488F-A65A-07DE-4E42C7A02677}"/>
          </ac:grpSpMkLst>
        </pc:grpChg>
        <pc:picChg chg="add mod">
          <ac:chgData name="Luke Watson" userId="82288e9e-916d-45ff-b890-5df92c93dc25" providerId="ADAL" clId="{F1BCFA4A-8901-424D-8304-C94205707DC4}" dt="2026-10-07T17:32:16.116" v="8000" actId="164"/>
          <ac:picMkLst>
            <pc:docMk/>
            <pc:sldMk cId="3254536726" sldId="283"/>
            <ac:picMk id="7" creationId="{E7AD4885-0F40-D087-FB51-77CAF33348EA}"/>
          </ac:picMkLst>
        </pc:picChg>
        <pc:picChg chg="add mod modCrop">
          <ac:chgData name="Luke Watson" userId="82288e9e-916d-45ff-b890-5df92c93dc25" providerId="ADAL" clId="{F1BCFA4A-8901-424D-8304-C94205707DC4}" dt="2026-10-07T17:34:42.953" v="8114" actId="732"/>
          <ac:picMkLst>
            <pc:docMk/>
            <pc:sldMk cId="3254536726" sldId="283"/>
            <ac:picMk id="11" creationId="{8F29DDEE-A220-E9FA-9A90-24607D7D8166}"/>
          </ac:picMkLst>
        </pc:picChg>
        <pc:picChg chg="del">
          <ac:chgData name="Luke Watson" userId="82288e9e-916d-45ff-b890-5df92c93dc25" providerId="ADAL" clId="{F1BCFA4A-8901-424D-8304-C94205707DC4}" dt="2026-10-07T17:34:11.309" v="8070" actId="478"/>
          <ac:picMkLst>
            <pc:docMk/>
            <pc:sldMk cId="3254536726" sldId="283"/>
            <ac:picMk id="18" creationId="{266BF9C0-C729-1840-93ED-B5EF37F44BE8}"/>
          </ac:picMkLst>
        </pc:picChg>
        <pc:picChg chg="del">
          <ac:chgData name="Luke Watson" userId="82288e9e-916d-45ff-b890-5df92c93dc25" providerId="ADAL" clId="{F1BCFA4A-8901-424D-8304-C94205707DC4}" dt="2026-10-07T17:34:09.533" v="8069" actId="478"/>
          <ac:picMkLst>
            <pc:docMk/>
            <pc:sldMk cId="3254536726" sldId="283"/>
            <ac:picMk id="20" creationId="{7C27B669-517C-B145-F070-6E40D9DD5B5A}"/>
          </ac:picMkLst>
        </pc:picChg>
      </pc:sldChg>
      <pc:sldChg chg="modSp add mod">
        <pc:chgData name="Luke Watson" userId="82288e9e-916d-45ff-b890-5df92c93dc25" providerId="ADAL" clId="{F1BCFA4A-8901-424D-8304-C94205707DC4}" dt="2026-10-07T17:40:36.800" v="8331" actId="20577"/>
        <pc:sldMkLst>
          <pc:docMk/>
          <pc:sldMk cId="619637929" sldId="284"/>
        </pc:sldMkLst>
        <pc:spChg chg="mod">
          <ac:chgData name="Luke Watson" userId="82288e9e-916d-45ff-b890-5df92c93dc25" providerId="ADAL" clId="{F1BCFA4A-8901-424D-8304-C94205707DC4}" dt="2026-10-07T17:40:36.800" v="8331" actId="20577"/>
          <ac:spMkLst>
            <pc:docMk/>
            <pc:sldMk cId="619637929" sldId="284"/>
            <ac:spMk id="2" creationId="{E333F85B-3018-0919-C9F3-508FA7762050}"/>
          </ac:spMkLst>
        </pc:spChg>
        <pc:spChg chg="mod">
          <ac:chgData name="Luke Watson" userId="82288e9e-916d-45ff-b890-5df92c93dc25" providerId="ADAL" clId="{F1BCFA4A-8901-424D-8304-C94205707DC4}" dt="2026-10-07T17:39:52.807" v="8300" actId="1076"/>
          <ac:spMkLst>
            <pc:docMk/>
            <pc:sldMk cId="619637929" sldId="284"/>
            <ac:spMk id="5" creationId="{318AB454-1C3A-5E6B-42B2-2364664CCEBD}"/>
          </ac:spMkLst>
        </pc:spChg>
        <pc:spChg chg="mod">
          <ac:chgData name="Luke Watson" userId="82288e9e-916d-45ff-b890-5df92c93dc25" providerId="ADAL" clId="{F1BCFA4A-8901-424D-8304-C94205707DC4}" dt="2026-10-07T17:39:05.851" v="8288" actId="207"/>
          <ac:spMkLst>
            <pc:docMk/>
            <pc:sldMk cId="619637929" sldId="284"/>
            <ac:spMk id="8" creationId="{49F88072-CCCB-2E8E-55F5-305FE26DFB0A}"/>
          </ac:spMkLst>
        </pc:spChg>
        <pc:grpChg chg="mod">
          <ac:chgData name="Luke Watson" userId="82288e9e-916d-45ff-b890-5df92c93dc25" providerId="ADAL" clId="{F1BCFA4A-8901-424D-8304-C94205707DC4}" dt="2026-10-07T17:39:57.588" v="8301" actId="1076"/>
          <ac:grpSpMkLst>
            <pc:docMk/>
            <pc:sldMk cId="619637929" sldId="284"/>
            <ac:grpSpMk id="9" creationId="{F6471223-93AA-7E17-C3D0-C7C055C9C255}"/>
          </ac:grpSpMkLst>
        </pc:grpChg>
        <pc:picChg chg="mod">
          <ac:chgData name="Luke Watson" userId="82288e9e-916d-45ff-b890-5df92c93dc25" providerId="ADAL" clId="{F1BCFA4A-8901-424D-8304-C94205707DC4}" dt="2026-10-07T17:36:46.293" v="8208" actId="14826"/>
          <ac:picMkLst>
            <pc:docMk/>
            <pc:sldMk cId="619637929" sldId="284"/>
            <ac:picMk id="7" creationId="{1969E86D-A68D-D9E8-6386-5067CC20800B}"/>
          </ac:picMkLst>
        </pc:picChg>
      </pc:sldChg>
      <pc:sldChg chg="modSp new mod modAnim">
        <pc:chgData name="Luke Watson" userId="82288e9e-916d-45ff-b890-5df92c93dc25" providerId="ADAL" clId="{F1BCFA4A-8901-424D-8304-C94205707DC4}" dt="2026-10-07T18:39:52.497" v="8587"/>
        <pc:sldMkLst>
          <pc:docMk/>
          <pc:sldMk cId="1330447057" sldId="285"/>
        </pc:sldMkLst>
        <pc:spChg chg="mod">
          <ac:chgData name="Luke Watson" userId="82288e9e-916d-45ff-b890-5df92c93dc25" providerId="ADAL" clId="{F1BCFA4A-8901-424D-8304-C94205707DC4}" dt="2026-10-07T18:39:46.539" v="8586" actId="20577"/>
          <ac:spMkLst>
            <pc:docMk/>
            <pc:sldMk cId="1330447057" sldId="285"/>
            <ac:spMk id="2" creationId="{816A1E72-F924-4613-95B6-58E1947AC77E}"/>
          </ac:spMkLst>
        </pc:spChg>
        <pc:spChg chg="mod">
          <ac:chgData name="Luke Watson" userId="82288e9e-916d-45ff-b890-5df92c93dc25" providerId="ADAL" clId="{F1BCFA4A-8901-424D-8304-C94205707DC4}" dt="2026-10-07T17:51:58.038" v="8345" actId="20577"/>
          <ac:spMkLst>
            <pc:docMk/>
            <pc:sldMk cId="1330447057" sldId="285"/>
            <ac:spMk id="3" creationId="{8DB74F5F-8A48-1D74-96F7-EB676E5D9272}"/>
          </ac:spMkLst>
        </pc:spChg>
      </pc:sldChg>
      <pc:sldChg chg="addSp modSp mod">
        <pc:chgData name="Luke Watson" userId="82288e9e-916d-45ff-b890-5df92c93dc25" providerId="ADAL" clId="{F1BCFA4A-8901-424D-8304-C94205707DC4}" dt="2026-10-07T18:38:58.633" v="8440" actId="1076"/>
        <pc:sldMkLst>
          <pc:docMk/>
          <pc:sldMk cId="1924850657" sldId="286"/>
        </pc:sldMkLst>
        <pc:spChg chg="add mod ord">
          <ac:chgData name="Luke Watson" userId="82288e9e-916d-45ff-b890-5df92c93dc25" providerId="ADAL" clId="{F1BCFA4A-8901-424D-8304-C94205707DC4}" dt="2026-10-07T18:36:02.344" v="8373" actId="167"/>
          <ac:spMkLst>
            <pc:docMk/>
            <pc:sldMk cId="1924850657" sldId="286"/>
            <ac:spMk id="7" creationId="{4A9F4C9B-8620-6257-C018-A21D485B2E24}"/>
          </ac:spMkLst>
        </pc:spChg>
        <pc:spChg chg="add mod ord">
          <ac:chgData name="Luke Watson" userId="82288e9e-916d-45ff-b890-5df92c93dc25" providerId="ADAL" clId="{F1BCFA4A-8901-424D-8304-C94205707DC4}" dt="2026-10-07T18:36:21.670" v="8375" actId="207"/>
          <ac:spMkLst>
            <pc:docMk/>
            <pc:sldMk cId="1924850657" sldId="286"/>
            <ac:spMk id="8" creationId="{DEAFEF31-53DB-5BA4-B0D4-A89FE1AE06FA}"/>
          </ac:spMkLst>
        </pc:spChg>
        <pc:spChg chg="add mod ord">
          <ac:chgData name="Luke Watson" userId="82288e9e-916d-45ff-b890-5df92c93dc25" providerId="ADAL" clId="{F1BCFA4A-8901-424D-8304-C94205707DC4}" dt="2026-10-07T18:37:07.463" v="8390" actId="167"/>
          <ac:spMkLst>
            <pc:docMk/>
            <pc:sldMk cId="1924850657" sldId="286"/>
            <ac:spMk id="9" creationId="{74E2B0D6-5B2C-3271-797D-3AB6C018E1DF}"/>
          </ac:spMkLst>
        </pc:spChg>
        <pc:spChg chg="add mod ord">
          <ac:chgData name="Luke Watson" userId="82288e9e-916d-45ff-b890-5df92c93dc25" providerId="ADAL" clId="{F1BCFA4A-8901-424D-8304-C94205707DC4}" dt="2026-10-07T18:37:07.463" v="8390" actId="167"/>
          <ac:spMkLst>
            <pc:docMk/>
            <pc:sldMk cId="1924850657" sldId="286"/>
            <ac:spMk id="10" creationId="{04BAB1EE-5769-C7A7-66A4-6AC2E030D2B7}"/>
          </ac:spMkLst>
        </pc:spChg>
        <pc:spChg chg="add mod ord">
          <ac:chgData name="Luke Watson" userId="82288e9e-916d-45ff-b890-5df92c93dc25" providerId="ADAL" clId="{F1BCFA4A-8901-424D-8304-C94205707DC4}" dt="2026-10-07T18:37:38.055" v="8397" actId="167"/>
          <ac:spMkLst>
            <pc:docMk/>
            <pc:sldMk cId="1924850657" sldId="286"/>
            <ac:spMk id="11" creationId="{9A49CF47-501B-12F7-3337-9657B7BDD2BB}"/>
          </ac:spMkLst>
        </pc:spChg>
        <pc:spChg chg="add mod ord">
          <ac:chgData name="Luke Watson" userId="82288e9e-916d-45ff-b890-5df92c93dc25" providerId="ADAL" clId="{F1BCFA4A-8901-424D-8304-C94205707DC4}" dt="2026-10-07T18:37:54.163" v="8403" actId="167"/>
          <ac:spMkLst>
            <pc:docMk/>
            <pc:sldMk cId="1924850657" sldId="286"/>
            <ac:spMk id="12" creationId="{D6B33B10-C97D-90F2-0B29-70BB17A2AB62}"/>
          </ac:spMkLst>
        </pc:spChg>
        <pc:spChg chg="add mod ord">
          <ac:chgData name="Luke Watson" userId="82288e9e-916d-45ff-b890-5df92c93dc25" providerId="ADAL" clId="{F1BCFA4A-8901-424D-8304-C94205707DC4}" dt="2026-10-07T18:38:22.487" v="8411" actId="167"/>
          <ac:spMkLst>
            <pc:docMk/>
            <pc:sldMk cId="1924850657" sldId="286"/>
            <ac:spMk id="13" creationId="{966E5C8C-0F5F-A9BA-01B3-18F008D8C91E}"/>
          </ac:spMkLst>
        </pc:spChg>
        <pc:spChg chg="add mod ord">
          <ac:chgData name="Luke Watson" userId="82288e9e-916d-45ff-b890-5df92c93dc25" providerId="ADAL" clId="{F1BCFA4A-8901-424D-8304-C94205707DC4}" dt="2026-10-07T18:38:22.487" v="8411" actId="167"/>
          <ac:spMkLst>
            <pc:docMk/>
            <pc:sldMk cId="1924850657" sldId="286"/>
            <ac:spMk id="14" creationId="{BCF2FC49-F987-9392-9A40-31344F2E28E8}"/>
          </ac:spMkLst>
        </pc:spChg>
        <pc:spChg chg="add mod">
          <ac:chgData name="Luke Watson" userId="82288e9e-916d-45ff-b890-5df92c93dc25" providerId="ADAL" clId="{F1BCFA4A-8901-424D-8304-C94205707DC4}" dt="2026-10-07T18:38:58.633" v="8440" actId="1076"/>
          <ac:spMkLst>
            <pc:docMk/>
            <pc:sldMk cId="1924850657" sldId="286"/>
            <ac:spMk id="15" creationId="{2F71384C-2ABA-A5E0-FB0D-5DA79D6149C5}"/>
          </ac:spMkLst>
        </pc:spChg>
        <pc:spChg chg="add mod">
          <ac:chgData name="Luke Watson" userId="82288e9e-916d-45ff-b890-5df92c93dc25" providerId="ADAL" clId="{F1BCFA4A-8901-424D-8304-C94205707DC4}" dt="2026-10-07T18:38:55.169" v="8439" actId="1076"/>
          <ac:spMkLst>
            <pc:docMk/>
            <pc:sldMk cId="1924850657" sldId="286"/>
            <ac:spMk id="16" creationId="{62A34E9F-FBBD-51B5-81C7-590A662987CB}"/>
          </ac:spMkLst>
        </pc:spChg>
        <pc:picChg chg="add mod">
          <ac:chgData name="Luke Watson" userId="82288e9e-916d-45ff-b890-5df92c93dc25" providerId="ADAL" clId="{F1BCFA4A-8901-424D-8304-C94205707DC4}" dt="2026-10-07T18:35:00.092" v="8365" actId="1076"/>
          <ac:picMkLst>
            <pc:docMk/>
            <pc:sldMk cId="1924850657" sldId="286"/>
            <ac:picMk id="6" creationId="{C1690554-1A53-8A89-8537-BB2888332267}"/>
          </ac:picMkLst>
        </pc:picChg>
      </pc:sldChg>
      <pc:sldChg chg="addSp delSp modSp new mod">
        <pc:chgData name="Luke Watson" userId="82288e9e-916d-45ff-b890-5df92c93dc25" providerId="ADAL" clId="{F1BCFA4A-8901-424D-8304-C94205707DC4}" dt="2026-10-07T18:45:48.583" v="8602" actId="167"/>
        <pc:sldMkLst>
          <pc:docMk/>
          <pc:sldMk cId="409096504" sldId="287"/>
        </pc:sldMkLst>
        <pc:spChg chg="del">
          <ac:chgData name="Luke Watson" userId="82288e9e-916d-45ff-b890-5df92c93dc25" providerId="ADAL" clId="{F1BCFA4A-8901-424D-8304-C94205707DC4}" dt="2026-10-07T18:45:31.403" v="8599" actId="931"/>
          <ac:spMkLst>
            <pc:docMk/>
            <pc:sldMk cId="409096504" sldId="287"/>
            <ac:spMk id="2" creationId="{46A5963D-36F5-C05F-4849-E97710812D64}"/>
          </ac:spMkLst>
        </pc:spChg>
        <pc:spChg chg="mod">
          <ac:chgData name="Luke Watson" userId="82288e9e-916d-45ff-b890-5df92c93dc25" providerId="ADAL" clId="{F1BCFA4A-8901-424D-8304-C94205707DC4}" dt="2026-10-07T18:45:26.880" v="8598" actId="20577"/>
          <ac:spMkLst>
            <pc:docMk/>
            <pc:sldMk cId="409096504" sldId="287"/>
            <ac:spMk id="3" creationId="{4E9D29A1-63E6-8542-8EB0-0DA7CF086A78}"/>
          </ac:spMkLst>
        </pc:spChg>
        <pc:spChg chg="add mod ord">
          <ac:chgData name="Luke Watson" userId="82288e9e-916d-45ff-b890-5df92c93dc25" providerId="ADAL" clId="{F1BCFA4A-8901-424D-8304-C94205707DC4}" dt="2026-10-07T18:45:48.583" v="8602" actId="167"/>
          <ac:spMkLst>
            <pc:docMk/>
            <pc:sldMk cId="409096504" sldId="287"/>
            <ac:spMk id="8" creationId="{83EE65F3-5CF1-C415-974D-36A3F267EC16}"/>
          </ac:spMkLst>
        </pc:spChg>
        <pc:picChg chg="add mod ord">
          <ac:chgData name="Luke Watson" userId="82288e9e-916d-45ff-b890-5df92c93dc25" providerId="ADAL" clId="{F1BCFA4A-8901-424D-8304-C94205707DC4}" dt="2026-10-07T18:45:31.403" v="8599" actId="931"/>
          <ac:picMkLst>
            <pc:docMk/>
            <pc:sldMk cId="409096504" sldId="287"/>
            <ac:picMk id="6" creationId="{24BDAD02-3DAC-1628-F9C8-3268B3978018}"/>
          </ac:picMkLst>
        </pc:picChg>
      </pc:sldChg>
      <pc:sldMasterChg chg="addSldLayout modSldLayout">
        <pc:chgData name="Luke Watson" userId="82288e9e-916d-45ff-b890-5df92c93dc25" providerId="ADAL" clId="{F1BCFA4A-8901-424D-8304-C94205707DC4}" dt="2026-10-06T22:07:20.103" v="3905" actId="478"/>
        <pc:sldMasterMkLst>
          <pc:docMk/>
          <pc:sldMasterMk cId="2313912604" sldId="2147483648"/>
        </pc:sldMasterMkLst>
        <pc:sldLayoutChg chg="modSp mod">
          <pc:chgData name="Luke Watson" userId="82288e9e-916d-45ff-b890-5df92c93dc25" providerId="ADAL" clId="{F1BCFA4A-8901-424D-8304-C94205707DC4}" dt="2026-10-06T18:53:38.609" v="71" actId="114"/>
          <pc:sldLayoutMkLst>
            <pc:docMk/>
            <pc:sldMasterMk cId="2313912604" sldId="2147483648"/>
            <pc:sldLayoutMk cId="4268689736" sldId="2147483649"/>
          </pc:sldLayoutMkLst>
          <pc:spChg chg="mod">
            <ac:chgData name="Luke Watson" userId="82288e9e-916d-45ff-b890-5df92c93dc25" providerId="ADAL" clId="{F1BCFA4A-8901-424D-8304-C94205707DC4}" dt="2026-10-06T18:53:38.609" v="71" actId="114"/>
            <ac:spMkLst>
              <pc:docMk/>
              <pc:sldMasterMk cId="2313912604" sldId="2147483648"/>
              <pc:sldLayoutMk cId="4268689736" sldId="2147483649"/>
              <ac:spMk id="6" creationId="{98E16ABB-C1DC-CDCE-2A6B-F6552AA6B97E}"/>
            </ac:spMkLst>
          </pc:spChg>
        </pc:sldLayoutChg>
        <pc:sldLayoutChg chg="modSp mod">
          <pc:chgData name="Luke Watson" userId="82288e9e-916d-45ff-b890-5df92c93dc25" providerId="ADAL" clId="{F1BCFA4A-8901-424D-8304-C94205707DC4}" dt="2026-10-06T18:53:31.317" v="69" actId="114"/>
          <pc:sldLayoutMkLst>
            <pc:docMk/>
            <pc:sldMasterMk cId="2313912604" sldId="2147483648"/>
            <pc:sldLayoutMk cId="4262542036" sldId="2147483650"/>
          </pc:sldLayoutMkLst>
          <pc:spChg chg="mod">
            <ac:chgData name="Luke Watson" userId="82288e9e-916d-45ff-b890-5df92c93dc25" providerId="ADAL" clId="{F1BCFA4A-8901-424D-8304-C94205707DC4}" dt="2026-10-06T18:53:31.317" v="69" actId="114"/>
            <ac:spMkLst>
              <pc:docMk/>
              <pc:sldMasterMk cId="2313912604" sldId="2147483648"/>
              <pc:sldLayoutMk cId="4262542036" sldId="2147483650"/>
              <ac:spMk id="12" creationId="{FF3CAC4E-5EAE-3E76-B49C-5092851AAF32}"/>
            </ac:spMkLst>
          </pc:spChg>
        </pc:sldLayoutChg>
        <pc:sldLayoutChg chg="modSp mod">
          <pc:chgData name="Luke Watson" userId="82288e9e-916d-45ff-b890-5df92c93dc25" providerId="ADAL" clId="{F1BCFA4A-8901-424D-8304-C94205707DC4}" dt="2026-10-06T18:53:45.700" v="73" actId="114"/>
          <pc:sldLayoutMkLst>
            <pc:docMk/>
            <pc:sldMasterMk cId="2313912604" sldId="2147483648"/>
            <pc:sldLayoutMk cId="617273728" sldId="2147483651"/>
          </pc:sldLayoutMkLst>
          <pc:spChg chg="mod">
            <ac:chgData name="Luke Watson" userId="82288e9e-916d-45ff-b890-5df92c93dc25" providerId="ADAL" clId="{F1BCFA4A-8901-424D-8304-C94205707DC4}" dt="2026-10-06T18:53:45.700" v="73" actId="114"/>
            <ac:spMkLst>
              <pc:docMk/>
              <pc:sldMasterMk cId="2313912604" sldId="2147483648"/>
              <pc:sldLayoutMk cId="617273728" sldId="2147483651"/>
              <ac:spMk id="12" creationId="{FF3CAC4E-5EAE-3E76-B49C-5092851AAF32}"/>
            </ac:spMkLst>
          </pc:spChg>
        </pc:sldLayoutChg>
        <pc:sldLayoutChg chg="addSp delSp modSp add mod modTransition">
          <pc:chgData name="Luke Watson" userId="82288e9e-916d-45ff-b890-5df92c93dc25" providerId="ADAL" clId="{F1BCFA4A-8901-424D-8304-C94205707DC4}" dt="2026-10-06T18:55:20.207" v="79" actId="14100"/>
          <pc:sldLayoutMkLst>
            <pc:docMk/>
            <pc:sldMasterMk cId="2313912604" sldId="2147483648"/>
            <pc:sldLayoutMk cId="543048586" sldId="2147483652"/>
          </pc:sldLayoutMkLst>
          <pc:spChg chg="add del">
            <ac:chgData name="Luke Watson" userId="82288e9e-916d-45ff-b890-5df92c93dc25" providerId="ADAL" clId="{F1BCFA4A-8901-424D-8304-C94205707DC4}" dt="2026-10-06T18:54:54.399" v="75" actId="11529"/>
            <ac:spMkLst>
              <pc:docMk/>
              <pc:sldMasterMk cId="2313912604" sldId="2147483648"/>
              <pc:sldLayoutMk cId="543048586" sldId="2147483652"/>
              <ac:spMk id="2" creationId="{9EBD0AD5-06BD-EAE3-3193-87D806067B94}"/>
            </ac:spMkLst>
          </pc:spChg>
          <pc:spChg chg="mod">
            <ac:chgData name="Luke Watson" userId="82288e9e-916d-45ff-b890-5df92c93dc25" providerId="ADAL" clId="{F1BCFA4A-8901-424D-8304-C94205707DC4}" dt="2026-10-06T18:55:20.207" v="79" actId="14100"/>
            <ac:spMkLst>
              <pc:docMk/>
              <pc:sldMasterMk cId="2313912604" sldId="2147483648"/>
              <pc:sldLayoutMk cId="543048586" sldId="2147483652"/>
              <ac:spMk id="3" creationId="{0A73278B-3ACF-9002-12DA-A75572DD8B22}"/>
            </ac:spMkLst>
          </pc:spChg>
          <pc:spChg chg="add mod">
            <ac:chgData name="Luke Watson" userId="82288e9e-916d-45ff-b890-5df92c93dc25" providerId="ADAL" clId="{F1BCFA4A-8901-424D-8304-C94205707DC4}" dt="2026-10-06T18:55:08.783" v="78" actId="14100"/>
            <ac:spMkLst>
              <pc:docMk/>
              <pc:sldMasterMk cId="2313912604" sldId="2147483648"/>
              <pc:sldLayoutMk cId="543048586" sldId="2147483652"/>
              <ac:spMk id="4" creationId="{E63CDAEA-4B18-0E38-03AA-6C533B767870}"/>
            </ac:spMkLst>
          </pc:spChg>
          <pc:spChg chg="mod">
            <ac:chgData name="Luke Watson" userId="82288e9e-916d-45ff-b890-5df92c93dc25" providerId="ADAL" clId="{F1BCFA4A-8901-424D-8304-C94205707DC4}" dt="2026-10-06T18:53:20.844" v="67" actId="114"/>
            <ac:spMkLst>
              <pc:docMk/>
              <pc:sldMasterMk cId="2313912604" sldId="2147483648"/>
              <pc:sldLayoutMk cId="543048586" sldId="2147483652"/>
              <ac:spMk id="12" creationId="{FF3CAC4E-5EAE-3E76-B49C-5092851AAF32}"/>
            </ac:spMkLst>
          </pc:spChg>
        </pc:sldLayoutChg>
        <pc:sldLayoutChg chg="addSp modSp add mod modTransition">
          <pc:chgData name="Luke Watson" userId="82288e9e-916d-45ff-b890-5df92c93dc25" providerId="ADAL" clId="{F1BCFA4A-8901-424D-8304-C94205707DC4}" dt="2026-10-06T22:06:24.804" v="3895" actId="167"/>
          <pc:sldLayoutMkLst>
            <pc:docMk/>
            <pc:sldMasterMk cId="2313912604" sldId="2147483648"/>
            <pc:sldLayoutMk cId="882420750" sldId="2147483653"/>
          </pc:sldLayoutMkLst>
          <pc:spChg chg="mod">
            <ac:chgData name="Luke Watson" userId="82288e9e-916d-45ff-b890-5df92c93dc25" providerId="ADAL" clId="{F1BCFA4A-8901-424D-8304-C94205707DC4}" dt="2026-10-06T22:04:43.110" v="3882" actId="1076"/>
            <ac:spMkLst>
              <pc:docMk/>
              <pc:sldMasterMk cId="2313912604" sldId="2147483648"/>
              <pc:sldLayoutMk cId="882420750" sldId="2147483653"/>
              <ac:spMk id="3" creationId="{0A73278B-3ACF-9002-12DA-A75572DD8B22}"/>
            </ac:spMkLst>
          </pc:spChg>
          <pc:spChg chg="mod">
            <ac:chgData name="Luke Watson" userId="82288e9e-916d-45ff-b890-5df92c93dc25" providerId="ADAL" clId="{F1BCFA4A-8901-424D-8304-C94205707DC4}" dt="2026-10-06T22:06:20.476" v="3894" actId="164"/>
            <ac:spMkLst>
              <pc:docMk/>
              <pc:sldMasterMk cId="2313912604" sldId="2147483648"/>
              <pc:sldLayoutMk cId="882420750" sldId="2147483653"/>
              <ac:spMk id="13" creationId="{181326AB-7EE2-A34A-5C17-B82FB8F1F0B7}"/>
            </ac:spMkLst>
          </pc:spChg>
          <pc:grpChg chg="add mod ord">
            <ac:chgData name="Luke Watson" userId="82288e9e-916d-45ff-b890-5df92c93dc25" providerId="ADAL" clId="{F1BCFA4A-8901-424D-8304-C94205707DC4}" dt="2026-10-06T22:06:24.804" v="3895" actId="167"/>
            <ac:grpSpMkLst>
              <pc:docMk/>
              <pc:sldMasterMk cId="2313912604" sldId="2147483648"/>
              <pc:sldLayoutMk cId="882420750" sldId="2147483653"/>
              <ac:grpSpMk id="6" creationId="{D9744E62-B96E-AD3E-9500-40533CB3CDBD}"/>
            </ac:grpSpMkLst>
          </pc:grpChg>
          <pc:picChg chg="add mod modCrop">
            <ac:chgData name="Luke Watson" userId="82288e9e-916d-45ff-b890-5df92c93dc25" providerId="ADAL" clId="{F1BCFA4A-8901-424D-8304-C94205707DC4}" dt="2026-10-06T22:06:20.476" v="3894" actId="164"/>
            <ac:picMkLst>
              <pc:docMk/>
              <pc:sldMasterMk cId="2313912604" sldId="2147483648"/>
              <pc:sldLayoutMk cId="882420750" sldId="2147483653"/>
              <ac:picMk id="4" creationId="{CD617DB6-3BF1-E579-0B67-5B1B0A225F3A}"/>
            </ac:picMkLst>
          </pc:picChg>
        </pc:sldLayoutChg>
        <pc:sldLayoutChg chg="addSp delSp modSp add mod replId modTransition">
          <pc:chgData name="Luke Watson" userId="82288e9e-916d-45ff-b890-5df92c93dc25" providerId="ADAL" clId="{F1BCFA4A-8901-424D-8304-C94205707DC4}" dt="2026-10-06T22:06:49.944" v="3898" actId="167"/>
          <pc:sldLayoutMkLst>
            <pc:docMk/>
            <pc:sldMasterMk cId="2313912604" sldId="2147483648"/>
            <pc:sldLayoutMk cId="3975146468" sldId="2147483654"/>
          </pc:sldLayoutMkLst>
          <pc:spChg chg="mod">
            <ac:chgData name="Luke Watson" userId="82288e9e-916d-45ff-b890-5df92c93dc25" providerId="ADAL" clId="{F1BCFA4A-8901-424D-8304-C94205707DC4}" dt="2026-10-06T22:06:47.081" v="3897"/>
            <ac:spMkLst>
              <pc:docMk/>
              <pc:sldMasterMk cId="2313912604" sldId="2147483648"/>
              <pc:sldLayoutMk cId="3975146468" sldId="2147483654"/>
              <ac:spMk id="6" creationId="{D2B4F4A0-898B-0EA3-E89E-60A156EBB04C}"/>
            </ac:spMkLst>
          </pc:spChg>
          <pc:spChg chg="del">
            <ac:chgData name="Luke Watson" userId="82288e9e-916d-45ff-b890-5df92c93dc25" providerId="ADAL" clId="{F1BCFA4A-8901-424D-8304-C94205707DC4}" dt="2026-10-06T22:06:45.988" v="3896" actId="478"/>
            <ac:spMkLst>
              <pc:docMk/>
              <pc:sldMasterMk cId="2313912604" sldId="2147483648"/>
              <pc:sldLayoutMk cId="3975146468" sldId="2147483654"/>
              <ac:spMk id="13" creationId="{181326AB-7EE2-A34A-5C17-B82FB8F1F0B7}"/>
            </ac:spMkLst>
          </pc:spChg>
          <pc:grpChg chg="add mod ord">
            <ac:chgData name="Luke Watson" userId="82288e9e-916d-45ff-b890-5df92c93dc25" providerId="ADAL" clId="{F1BCFA4A-8901-424D-8304-C94205707DC4}" dt="2026-10-06T22:06:49.944" v="3898" actId="167"/>
            <ac:grpSpMkLst>
              <pc:docMk/>
              <pc:sldMasterMk cId="2313912604" sldId="2147483648"/>
              <pc:sldLayoutMk cId="3975146468" sldId="2147483654"/>
              <ac:grpSpMk id="2" creationId="{37159950-CE66-440E-61A2-50029414EA33}"/>
            </ac:grpSpMkLst>
          </pc:grpChg>
          <pc:picChg chg="mod">
            <ac:chgData name="Luke Watson" userId="82288e9e-916d-45ff-b890-5df92c93dc25" providerId="ADAL" clId="{F1BCFA4A-8901-424D-8304-C94205707DC4}" dt="2026-10-06T22:06:47.081" v="3897"/>
            <ac:picMkLst>
              <pc:docMk/>
              <pc:sldMasterMk cId="2313912604" sldId="2147483648"/>
              <pc:sldLayoutMk cId="3975146468" sldId="2147483654"/>
              <ac:picMk id="7" creationId="{D5BE6F85-76ED-CC2C-E658-2A98122B0DE6}"/>
            </ac:picMkLst>
          </pc:picChg>
        </pc:sldLayoutChg>
        <pc:sldLayoutChg chg="addSp delSp modSp add mod replId modTransition">
          <pc:chgData name="Luke Watson" userId="82288e9e-916d-45ff-b890-5df92c93dc25" providerId="ADAL" clId="{F1BCFA4A-8901-424D-8304-C94205707DC4}" dt="2026-10-06T22:07:20.103" v="3905" actId="478"/>
          <pc:sldLayoutMkLst>
            <pc:docMk/>
            <pc:sldMasterMk cId="2313912604" sldId="2147483648"/>
            <pc:sldLayoutMk cId="632629090" sldId="2147483655"/>
          </pc:sldLayoutMkLst>
          <pc:spChg chg="mod">
            <ac:chgData name="Luke Watson" userId="82288e9e-916d-45ff-b890-5df92c93dc25" providerId="ADAL" clId="{F1BCFA4A-8901-424D-8304-C94205707DC4}" dt="2026-10-06T22:06:55.673" v="3900"/>
            <ac:spMkLst>
              <pc:docMk/>
              <pc:sldMasterMk cId="2313912604" sldId="2147483648"/>
              <pc:sldLayoutMk cId="632629090" sldId="2147483655"/>
              <ac:spMk id="3" creationId="{8149BD8C-9630-5D33-472C-9D696AEA374C}"/>
            </ac:spMkLst>
          </pc:spChg>
          <pc:spChg chg="add del">
            <ac:chgData name="Luke Watson" userId="82288e9e-916d-45ff-b890-5df92c93dc25" providerId="ADAL" clId="{F1BCFA4A-8901-424D-8304-C94205707DC4}" dt="2026-10-06T22:07:20.103" v="3905" actId="478"/>
            <ac:spMkLst>
              <pc:docMk/>
              <pc:sldMasterMk cId="2313912604" sldId="2147483648"/>
              <pc:sldLayoutMk cId="632629090" sldId="2147483655"/>
              <ac:spMk id="13" creationId="{181326AB-7EE2-A34A-5C17-B82FB8F1F0B7}"/>
            </ac:spMkLst>
          </pc:spChg>
          <pc:grpChg chg="add mod ord">
            <ac:chgData name="Luke Watson" userId="82288e9e-916d-45ff-b890-5df92c93dc25" providerId="ADAL" clId="{F1BCFA4A-8901-424D-8304-C94205707DC4}" dt="2026-10-06T22:07:19.480" v="3904" actId="166"/>
            <ac:grpSpMkLst>
              <pc:docMk/>
              <pc:sldMasterMk cId="2313912604" sldId="2147483648"/>
              <pc:sldLayoutMk cId="632629090" sldId="2147483655"/>
              <ac:grpSpMk id="2" creationId="{6EC2AF9D-74A8-22EA-6DDD-7DAF4D234CA8}"/>
            </ac:grpSpMkLst>
          </pc:grpChg>
          <pc:picChg chg="mod">
            <ac:chgData name="Luke Watson" userId="82288e9e-916d-45ff-b890-5df92c93dc25" providerId="ADAL" clId="{F1BCFA4A-8901-424D-8304-C94205707DC4}" dt="2026-10-06T22:06:55.673" v="3900"/>
            <ac:picMkLst>
              <pc:docMk/>
              <pc:sldMasterMk cId="2313912604" sldId="2147483648"/>
              <pc:sldLayoutMk cId="632629090" sldId="2147483655"/>
              <ac:picMk id="4" creationId="{8C2AE5E1-504A-AC8A-6120-96903FDBEE75}"/>
            </ac:picMkLst>
          </pc:picChg>
        </pc:sldLayoutChg>
        <pc:sldLayoutChg chg="add mod modTransition">
          <pc:chgData name="Luke Watson" userId="82288e9e-916d-45ff-b890-5df92c93dc25" providerId="ADAL" clId="{F1BCFA4A-8901-424D-8304-C94205707DC4}" dt="2026-10-06T21:48:50.802" v="3844" actId="2890"/>
          <pc:sldLayoutMkLst>
            <pc:docMk/>
            <pc:sldMasterMk cId="2313912604" sldId="2147483648"/>
            <pc:sldLayoutMk cId="1222936239" sldId="2147483656"/>
          </pc:sldLayoutMkLst>
        </pc:sldLayoutChg>
        <pc:sldLayoutChg chg="add mod replId modTransition">
          <pc:chgData name="Luke Watson" userId="82288e9e-916d-45ff-b890-5df92c93dc25" providerId="ADAL" clId="{F1BCFA4A-8901-424D-8304-C94205707DC4}" dt="2026-10-06T21:48:50.802" v="3844" actId="2890"/>
          <pc:sldLayoutMkLst>
            <pc:docMk/>
            <pc:sldMasterMk cId="2313912604" sldId="2147483648"/>
            <pc:sldLayoutMk cId="564897173" sldId="2147483657"/>
          </pc:sldLayoutMkLst>
        </pc:sldLayoutChg>
        <pc:sldLayoutChg chg="add mod replId modTransition">
          <pc:chgData name="Luke Watson" userId="82288e9e-916d-45ff-b890-5df92c93dc25" providerId="ADAL" clId="{F1BCFA4A-8901-424D-8304-C94205707DC4}" dt="2026-10-06T21:48:50.802" v="3844" actId="2890"/>
          <pc:sldLayoutMkLst>
            <pc:docMk/>
            <pc:sldMasterMk cId="2313912604" sldId="2147483648"/>
            <pc:sldLayoutMk cId="1298585434" sldId="214748365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BD75C0-F7F5-45E5-A441-69D76A10878A}"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800B2-E7A7-4992-BB33-DBE9501B3108}" type="slidenum">
              <a:rPr lang="en-US" smtClean="0"/>
              <a:t>‹#›</a:t>
            </a:fld>
            <a:endParaRPr lang="en-US"/>
          </a:p>
        </p:txBody>
      </p:sp>
    </p:spTree>
    <p:extLst>
      <p:ext uri="{BB962C8B-B14F-4D97-AF65-F5344CB8AC3E}">
        <p14:creationId xmlns:p14="http://schemas.microsoft.com/office/powerpoint/2010/main" val="1117816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difference with working with continuous variables is that you must supply a list of values to estimate slopes over. In this example, x_age is a standardized variable, meaning that supplying values of -1, 0, 1 represent +/- 1 SD of the mean (0). By </a:t>
            </a:r>
            <a:r>
              <a:rPr lang="en-US" dirty="0" err="1"/>
              <a:t>regrid-ing</a:t>
            </a:r>
            <a:r>
              <a:rPr lang="en-US" dirty="0"/>
              <a:t> to response, we leave the land of log odds and go back to the land of probabilities. This means that our linear log-odds model will now become curved. You can observe this by trying this code with and without the </a:t>
            </a:r>
            <a:r>
              <a:rPr lang="en-US" dirty="0" err="1"/>
              <a:t>regrid</a:t>
            </a:r>
            <a:r>
              <a:rPr lang="en-US" dirty="0"/>
              <a:t> argument and notice how the slopes will go from distinct to all the same across values of x_age. </a:t>
            </a:r>
          </a:p>
        </p:txBody>
      </p:sp>
      <p:sp>
        <p:nvSpPr>
          <p:cNvPr id="4" name="Slide Number Placeholder 3"/>
          <p:cNvSpPr>
            <a:spLocks noGrp="1"/>
          </p:cNvSpPr>
          <p:nvPr>
            <p:ph type="sldNum" sz="quarter" idx="5"/>
          </p:nvPr>
        </p:nvSpPr>
        <p:spPr/>
        <p:txBody>
          <a:bodyPr/>
          <a:lstStyle/>
          <a:p>
            <a:fld id="{639800B2-E7A7-4992-BB33-DBE9501B3108}" type="slidenum">
              <a:rPr lang="en-US" smtClean="0"/>
              <a:t>21</a:t>
            </a:fld>
            <a:endParaRPr lang="en-US"/>
          </a:p>
        </p:txBody>
      </p:sp>
    </p:spTree>
    <p:extLst>
      <p:ext uri="{BB962C8B-B14F-4D97-AF65-F5344CB8AC3E}">
        <p14:creationId xmlns:p14="http://schemas.microsoft.com/office/powerpoint/2010/main" val="3095663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Predictions is the general form of </a:t>
            </a:r>
            <a:r>
              <a:rPr lang="en-US" dirty="0" err="1"/>
              <a:t>avg_predictions</a:t>
            </a:r>
            <a:r>
              <a:rPr lang="en-US" dirty="0"/>
              <a:t>. Specifying the ‘by’ argument tells it to average down predictions. We input a range of age values and spit out 10 of them to estimate a smooth curve that we can then see in our plot. Using </a:t>
            </a:r>
            <a:r>
              <a:rPr lang="en-US" dirty="0" err="1"/>
              <a:t>geom_ribbon</a:t>
            </a:r>
            <a:r>
              <a:rPr lang="en-US" dirty="0"/>
              <a:t> and </a:t>
            </a:r>
            <a:r>
              <a:rPr lang="en-US" dirty="0" err="1"/>
              <a:t>geom_line</a:t>
            </a:r>
            <a:r>
              <a:rPr lang="en-US" dirty="0"/>
              <a:t>, we can show the fitted line with a proper confidence ribbon around it. </a:t>
            </a:r>
          </a:p>
        </p:txBody>
      </p:sp>
      <p:sp>
        <p:nvSpPr>
          <p:cNvPr id="4" name="Slide Number Placeholder 3"/>
          <p:cNvSpPr>
            <a:spLocks noGrp="1"/>
          </p:cNvSpPr>
          <p:nvPr>
            <p:ph type="sldNum" sz="quarter" idx="5"/>
          </p:nvPr>
        </p:nvSpPr>
        <p:spPr/>
        <p:txBody>
          <a:bodyPr/>
          <a:lstStyle/>
          <a:p>
            <a:fld id="{639800B2-E7A7-4992-BB33-DBE9501B3108}" type="slidenum">
              <a:rPr lang="en-US" smtClean="0"/>
              <a:t>23</a:t>
            </a:fld>
            <a:endParaRPr lang="en-US"/>
          </a:p>
        </p:txBody>
      </p:sp>
    </p:spTree>
    <p:extLst>
      <p:ext uri="{BB962C8B-B14F-4D97-AF65-F5344CB8AC3E}">
        <p14:creationId xmlns:p14="http://schemas.microsoft.com/office/powerpoint/2010/main" val="3857605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CC027-7F74-6B9C-593C-20E2930AE6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5F004-62E0-C1B5-0E5C-A46F6E5817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2A6331-836E-2A36-014D-1C921E5F847A}"/>
              </a:ext>
            </a:extLst>
          </p:cNvPr>
          <p:cNvSpPr>
            <a:spLocks noGrp="1"/>
          </p:cNvSpPr>
          <p:nvPr>
            <p:ph type="body" idx="1"/>
          </p:nvPr>
        </p:nvSpPr>
        <p:spPr/>
        <p:txBody>
          <a:bodyPr/>
          <a:lstStyle/>
          <a:p>
            <a:r>
              <a:rPr lang="en-US"/>
              <a:t>We can add arguments to spilt up age trend estimates by condition. Use var = ‘age’ with emtrends, can </a:t>
            </a:r>
            <a:r>
              <a:rPr lang="en-US" err="1"/>
              <a:t>regrid</a:t>
            </a:r>
            <a:r>
              <a:rPr lang="en-US"/>
              <a:t> to response and investigate change in slopes across age or simply investigate log-odds slope differences between conditions. </a:t>
            </a:r>
          </a:p>
        </p:txBody>
      </p:sp>
      <p:sp>
        <p:nvSpPr>
          <p:cNvPr id="4" name="Slide Number Placeholder 3">
            <a:extLst>
              <a:ext uri="{FF2B5EF4-FFF2-40B4-BE49-F238E27FC236}">
                <a16:creationId xmlns:a16="http://schemas.microsoft.com/office/drawing/2014/main" id="{8CB687DA-8456-846C-C547-694B55EE06D9}"/>
              </a:ext>
            </a:extLst>
          </p:cNvPr>
          <p:cNvSpPr>
            <a:spLocks noGrp="1"/>
          </p:cNvSpPr>
          <p:nvPr>
            <p:ph type="sldNum" sz="quarter" idx="5"/>
          </p:nvPr>
        </p:nvSpPr>
        <p:spPr/>
        <p:txBody>
          <a:bodyPr/>
          <a:lstStyle/>
          <a:p>
            <a:fld id="{639800B2-E7A7-4992-BB33-DBE9501B3108}" type="slidenum">
              <a:rPr lang="en-US" smtClean="0"/>
              <a:t>24</a:t>
            </a:fld>
            <a:endParaRPr lang="en-US"/>
          </a:p>
        </p:txBody>
      </p:sp>
    </p:spTree>
    <p:extLst>
      <p:ext uri="{BB962C8B-B14F-4D97-AF65-F5344CB8AC3E}">
        <p14:creationId xmlns:p14="http://schemas.microsoft.com/office/powerpoint/2010/main" val="3563580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32E8F-6C76-8BCE-EB43-7265077C74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FEA4A-C765-A1C1-CDAA-742B65C17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CFFD3-443E-11EB-8848-60AA896BF837}"/>
              </a:ext>
            </a:extLst>
          </p:cNvPr>
          <p:cNvSpPr>
            <a:spLocks noGrp="1"/>
          </p:cNvSpPr>
          <p:nvPr>
            <p:ph type="body" idx="1"/>
          </p:nvPr>
        </p:nvSpPr>
        <p:spPr/>
        <p:txBody>
          <a:bodyPr/>
          <a:lstStyle/>
          <a:p>
            <a:r>
              <a:rPr lang="en-US" dirty="0"/>
              <a:t>Predictions is the general form of </a:t>
            </a:r>
            <a:r>
              <a:rPr lang="en-US" dirty="0" err="1"/>
              <a:t>avg_predictions</a:t>
            </a:r>
            <a:r>
              <a:rPr lang="en-US" dirty="0"/>
              <a:t>. Specifying the ‘by’ argument tells it to average down predictions. We input a range of age values and spit out 10 of them to estimate a smooth curve that we can then see in our plot. Using </a:t>
            </a:r>
            <a:r>
              <a:rPr lang="en-US" dirty="0" err="1"/>
              <a:t>geom_ribbon</a:t>
            </a:r>
            <a:r>
              <a:rPr lang="en-US" dirty="0"/>
              <a:t> and </a:t>
            </a:r>
            <a:r>
              <a:rPr lang="en-US" dirty="0" err="1"/>
              <a:t>geom_line</a:t>
            </a:r>
            <a:r>
              <a:rPr lang="en-US" dirty="0"/>
              <a:t>, we can show the fitted line with a proper confidence ribbon around it. </a:t>
            </a:r>
          </a:p>
        </p:txBody>
      </p:sp>
      <p:sp>
        <p:nvSpPr>
          <p:cNvPr id="4" name="Slide Number Placeholder 3">
            <a:extLst>
              <a:ext uri="{FF2B5EF4-FFF2-40B4-BE49-F238E27FC236}">
                <a16:creationId xmlns:a16="http://schemas.microsoft.com/office/drawing/2014/main" id="{D4F002CB-8ABD-3EFE-19FA-62331D565004}"/>
              </a:ext>
            </a:extLst>
          </p:cNvPr>
          <p:cNvSpPr>
            <a:spLocks noGrp="1"/>
          </p:cNvSpPr>
          <p:nvPr>
            <p:ph type="sldNum" sz="quarter" idx="5"/>
          </p:nvPr>
        </p:nvSpPr>
        <p:spPr/>
        <p:txBody>
          <a:bodyPr/>
          <a:lstStyle/>
          <a:p>
            <a:fld id="{639800B2-E7A7-4992-BB33-DBE9501B3108}" type="slidenum">
              <a:rPr lang="en-US" smtClean="0"/>
              <a:t>25</a:t>
            </a:fld>
            <a:endParaRPr lang="en-US"/>
          </a:p>
        </p:txBody>
      </p:sp>
    </p:spTree>
    <p:extLst>
      <p:ext uri="{BB962C8B-B14F-4D97-AF65-F5344CB8AC3E}">
        <p14:creationId xmlns:p14="http://schemas.microsoft.com/office/powerpoint/2010/main" val="2876325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6E5A9-8096-6EBD-44E6-CD69005AB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4FA10-65A9-5FEF-C941-5BA251EA0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51FC1-A623-B7C7-54A4-756C515ABD91}"/>
              </a:ext>
            </a:extLst>
          </p:cNvPr>
          <p:cNvSpPr>
            <a:spLocks noGrp="1"/>
          </p:cNvSpPr>
          <p:nvPr>
            <p:ph type="body" idx="1"/>
          </p:nvPr>
        </p:nvSpPr>
        <p:spPr/>
        <p:txBody>
          <a:bodyPr/>
          <a:lstStyle/>
          <a:p>
            <a:r>
              <a:rPr lang="en-US" dirty="0"/>
              <a:t>We can go even further probing the significant 3-way interaction, which is where visualization becomes key to interpreting what is happening with these non-trivial parameters. Our positive parameter value for the 3-way interaction indicates that a subject’s chance of being correct diminishes the older they are and if they are in the fear condition versus the neutral condition, but these age-condition curves flatten out and become more parallel as they become more practiced with more trials. </a:t>
            </a:r>
          </a:p>
        </p:txBody>
      </p:sp>
      <p:sp>
        <p:nvSpPr>
          <p:cNvPr id="4" name="Slide Number Placeholder 3">
            <a:extLst>
              <a:ext uri="{FF2B5EF4-FFF2-40B4-BE49-F238E27FC236}">
                <a16:creationId xmlns:a16="http://schemas.microsoft.com/office/drawing/2014/main" id="{277E4393-8E3A-10E2-A918-D3797FCC7CD4}"/>
              </a:ext>
            </a:extLst>
          </p:cNvPr>
          <p:cNvSpPr>
            <a:spLocks noGrp="1"/>
          </p:cNvSpPr>
          <p:nvPr>
            <p:ph type="sldNum" sz="quarter" idx="5"/>
          </p:nvPr>
        </p:nvSpPr>
        <p:spPr/>
        <p:txBody>
          <a:bodyPr/>
          <a:lstStyle/>
          <a:p>
            <a:fld id="{639800B2-E7A7-4992-BB33-DBE9501B3108}" type="slidenum">
              <a:rPr lang="en-US" smtClean="0"/>
              <a:t>26</a:t>
            </a:fld>
            <a:endParaRPr lang="en-US"/>
          </a:p>
        </p:txBody>
      </p:sp>
    </p:spTree>
    <p:extLst>
      <p:ext uri="{BB962C8B-B14F-4D97-AF65-F5344CB8AC3E}">
        <p14:creationId xmlns:p14="http://schemas.microsoft.com/office/powerpoint/2010/main" val="2767391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618BA-8149-29F9-43AA-91CE7D927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8C805-C639-87DB-6030-F3DAE3850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C9A51-A9B6-2E5A-F5F2-1274514D05A0}"/>
              </a:ext>
            </a:extLst>
          </p:cNvPr>
          <p:cNvSpPr>
            <a:spLocks noGrp="1"/>
          </p:cNvSpPr>
          <p:nvPr>
            <p:ph type="body" idx="1"/>
          </p:nvPr>
        </p:nvSpPr>
        <p:spPr/>
        <p:txBody>
          <a:bodyPr/>
          <a:lstStyle/>
          <a:p>
            <a:r>
              <a:rPr lang="en-US" dirty="0"/>
              <a:t>We can specify a higher resolution for trial to extract more information about model predictions across age, trial, and condition. This can be visualized with something like a heatmap that can show interesting </a:t>
            </a:r>
            <a:r>
              <a:rPr lang="en-US" dirty="0" err="1"/>
              <a:t>intricies</a:t>
            </a:r>
            <a:r>
              <a:rPr lang="en-US" dirty="0"/>
              <a:t> of something like our 3-way interaction. Here, the tiles gradate from bottom left to top right from low chances of correct recall to high chances of correct recall, with the lowest chances being old folks on their first trial in the fear condition and the highest being young folks in their last trial in the neutral condition. </a:t>
            </a:r>
          </a:p>
        </p:txBody>
      </p:sp>
      <p:sp>
        <p:nvSpPr>
          <p:cNvPr id="4" name="Slide Number Placeholder 3">
            <a:extLst>
              <a:ext uri="{FF2B5EF4-FFF2-40B4-BE49-F238E27FC236}">
                <a16:creationId xmlns:a16="http://schemas.microsoft.com/office/drawing/2014/main" id="{2660849D-8534-82B8-4F28-240A098B73EF}"/>
              </a:ext>
            </a:extLst>
          </p:cNvPr>
          <p:cNvSpPr>
            <a:spLocks noGrp="1"/>
          </p:cNvSpPr>
          <p:nvPr>
            <p:ph type="sldNum" sz="quarter" idx="5"/>
          </p:nvPr>
        </p:nvSpPr>
        <p:spPr/>
        <p:txBody>
          <a:bodyPr/>
          <a:lstStyle/>
          <a:p>
            <a:fld id="{639800B2-E7A7-4992-BB33-DBE9501B3108}" type="slidenum">
              <a:rPr lang="en-US" smtClean="0"/>
              <a:t>27</a:t>
            </a:fld>
            <a:endParaRPr lang="en-US"/>
          </a:p>
        </p:txBody>
      </p:sp>
    </p:spTree>
    <p:extLst>
      <p:ext uri="{BB962C8B-B14F-4D97-AF65-F5344CB8AC3E}">
        <p14:creationId xmlns:p14="http://schemas.microsoft.com/office/powerpoint/2010/main" val="1370436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83BF1-4014-3591-9105-58B77CDDC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25B99-AF81-6BAD-5CF8-286C08B894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9E6BD3-126B-3ADB-8CA3-546A4AEDEA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4061C0-C0D7-492F-9440-65EB6F6B9D82}"/>
              </a:ext>
            </a:extLst>
          </p:cNvPr>
          <p:cNvSpPr>
            <a:spLocks noGrp="1"/>
          </p:cNvSpPr>
          <p:nvPr>
            <p:ph type="sldNum" sz="quarter" idx="5"/>
          </p:nvPr>
        </p:nvSpPr>
        <p:spPr/>
        <p:txBody>
          <a:bodyPr/>
          <a:lstStyle/>
          <a:p>
            <a:fld id="{639800B2-E7A7-4992-BB33-DBE9501B3108}" type="slidenum">
              <a:rPr lang="en-US" smtClean="0"/>
              <a:t>29</a:t>
            </a:fld>
            <a:endParaRPr lang="en-US"/>
          </a:p>
        </p:txBody>
      </p:sp>
    </p:spTree>
    <p:extLst>
      <p:ext uri="{BB962C8B-B14F-4D97-AF65-F5344CB8AC3E}">
        <p14:creationId xmlns:p14="http://schemas.microsoft.com/office/powerpoint/2010/main" val="3387011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BB784-C701-74A9-A194-A4CBD33FE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1BA45F-27D3-F367-9FA0-0AE3E8DA7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10161-6CB7-839F-87AF-2E4AFFBC63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9333E8-0A69-D844-A055-0A6BBFF0DEE9}"/>
              </a:ext>
            </a:extLst>
          </p:cNvPr>
          <p:cNvSpPr>
            <a:spLocks noGrp="1"/>
          </p:cNvSpPr>
          <p:nvPr>
            <p:ph type="sldNum" sz="quarter" idx="5"/>
          </p:nvPr>
        </p:nvSpPr>
        <p:spPr/>
        <p:txBody>
          <a:bodyPr/>
          <a:lstStyle/>
          <a:p>
            <a:fld id="{639800B2-E7A7-4992-BB33-DBE9501B3108}" type="slidenum">
              <a:rPr lang="en-US" smtClean="0"/>
              <a:t>30</a:t>
            </a:fld>
            <a:endParaRPr lang="en-US"/>
          </a:p>
        </p:txBody>
      </p:sp>
    </p:spTree>
    <p:extLst>
      <p:ext uri="{BB962C8B-B14F-4D97-AF65-F5344CB8AC3E}">
        <p14:creationId xmlns:p14="http://schemas.microsoft.com/office/powerpoint/2010/main" val="937585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4BD4A2-B368-686A-F92D-2906B786BC69}"/>
              </a:ext>
            </a:extLst>
          </p:cNvPr>
          <p:cNvSpPr/>
          <p:nvPr userDrawn="1"/>
        </p:nvSpPr>
        <p:spPr>
          <a:xfrm rot="16200000">
            <a:off x="5605376" y="-5437189"/>
            <a:ext cx="914573" cy="12258675"/>
          </a:xfrm>
          <a:prstGeom prst="rect">
            <a:avLst/>
          </a:prstGeom>
          <a:solidFill>
            <a:srgbClr val="BA8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D8247B7-C45E-CD1A-E209-89BCA17E98D7}"/>
              </a:ext>
            </a:extLst>
          </p:cNvPr>
          <p:cNvSpPr>
            <a:spLocks noGrp="1"/>
          </p:cNvSpPr>
          <p:nvPr>
            <p:ph type="subTitle" idx="1"/>
          </p:nvPr>
        </p:nvSpPr>
        <p:spPr>
          <a:xfrm>
            <a:off x="847898" y="1280319"/>
            <a:ext cx="11191700" cy="501589"/>
          </a:xfrm>
        </p:spPr>
        <p:txBody>
          <a:bodyPr>
            <a:normAutofit/>
          </a:bodyPr>
          <a:lstStyle>
            <a:lvl1pPr marL="0" indent="0" algn="l">
              <a:buNone/>
              <a:defRPr sz="2800" spc="-100" baseline="0">
                <a:latin typeface="Noto Sans" panose="020B0502040504020204" pitchFamily="34" charset="0"/>
                <a:ea typeface="Noto Sans" panose="020B0502040504020204" pitchFamily="34" charset="0"/>
                <a:cs typeface="Noto Sans" panose="020B050204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6BA8F74-F297-8539-D014-5E4A39C8F900}"/>
              </a:ext>
            </a:extLst>
          </p:cNvPr>
          <p:cNvSpPr>
            <a:spLocks noGrp="1"/>
          </p:cNvSpPr>
          <p:nvPr>
            <p:ph type="dt" sz="half" idx="10"/>
          </p:nvPr>
        </p:nvSpPr>
        <p:spPr>
          <a:xfrm>
            <a:off x="847898" y="6356349"/>
            <a:ext cx="2486026" cy="365125"/>
          </a:xfrm>
        </p:spPr>
        <p:txBody>
          <a:bodyPr/>
          <a:lstStyle>
            <a:lvl1pPr>
              <a:defRPr i="1">
                <a:latin typeface="Raleway" pitchFamily="2" charset="0"/>
                <a:ea typeface="Noto Sans" panose="020B0502040504020204" pitchFamily="34" charset="0"/>
                <a:cs typeface="Noto Sans" panose="020B0502040504020204" pitchFamily="34" charset="0"/>
              </a:defRPr>
            </a:lvl1pPr>
          </a:lstStyle>
          <a:p>
            <a:fld id="{403F6159-7C2D-49AA-BA55-C4F81030DC8C}" type="datetime1">
              <a:rPr lang="en-US" smtClean="0"/>
              <a:pPr/>
              <a:t>10/7/2026</a:t>
            </a:fld>
            <a:endParaRPr lang="en-US" i="1"/>
          </a:p>
        </p:txBody>
      </p:sp>
      <p:sp>
        <p:nvSpPr>
          <p:cNvPr id="5" name="Footer Placeholder 4">
            <a:extLst>
              <a:ext uri="{FF2B5EF4-FFF2-40B4-BE49-F238E27FC236}">
                <a16:creationId xmlns:a16="http://schemas.microsoft.com/office/drawing/2014/main" id="{9AE09276-794C-08B2-FE5D-E3E0731104C2}"/>
              </a:ext>
            </a:extLst>
          </p:cNvPr>
          <p:cNvSpPr>
            <a:spLocks noGrp="1"/>
          </p:cNvSpPr>
          <p:nvPr>
            <p:ph type="ftr" sz="quarter" idx="11"/>
          </p:nvPr>
        </p:nvSpPr>
        <p:spPr/>
        <p:txBody>
          <a:bodyPr/>
          <a:lstStyle>
            <a:lvl1pPr>
              <a:defRPr>
                <a:latin typeface="Noto Sans" panose="020B0502040504020204" pitchFamily="34" charset="0"/>
                <a:ea typeface="Noto Sans" panose="020B0502040504020204" pitchFamily="34" charset="0"/>
                <a:cs typeface="Noto Sans" panose="020B0502040504020204" pitchFamily="34" charset="0"/>
              </a:defRPr>
            </a:lvl1pPr>
          </a:lstStyle>
          <a:p>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6" name="Slide Number Placeholder 5">
            <a:extLst>
              <a:ext uri="{FF2B5EF4-FFF2-40B4-BE49-F238E27FC236}">
                <a16:creationId xmlns:a16="http://schemas.microsoft.com/office/drawing/2014/main" id="{98E16ABB-C1DC-CDCE-2A6B-F6552AA6B97E}"/>
              </a:ext>
            </a:extLst>
          </p:cNvPr>
          <p:cNvSpPr>
            <a:spLocks noGrp="1"/>
          </p:cNvSpPr>
          <p:nvPr>
            <p:ph type="sldNum" sz="quarter" idx="12"/>
          </p:nvPr>
        </p:nvSpPr>
        <p:spPr>
          <a:xfrm>
            <a:off x="8600902" y="6356348"/>
            <a:ext cx="2743200" cy="365125"/>
          </a:xfrm>
        </p:spPr>
        <p:txBody>
          <a:bodyPr/>
          <a:lstStyle>
            <a:lvl1pPr>
              <a:defRPr i="1">
                <a:latin typeface="Raleway" pitchFamily="2" charset="0"/>
                <a:ea typeface="Noto Sans" panose="020B0502040504020204" pitchFamily="34" charset="0"/>
                <a:cs typeface="Noto Sans" panose="020B0502040504020204" pitchFamily="34" charset="0"/>
              </a:defRPr>
            </a:lvl1pPr>
          </a:lstStyle>
          <a:p>
            <a:fld id="{D6618D4F-03E1-49A1-8965-2051EBAA0F62}" type="slidenum">
              <a:rPr lang="en-US" smtClean="0"/>
              <a:pPr/>
              <a:t>‹#›</a:t>
            </a:fld>
            <a:endParaRPr lang="en-US" i="1"/>
          </a:p>
        </p:txBody>
      </p:sp>
      <p:sp>
        <p:nvSpPr>
          <p:cNvPr id="2" name="Title 1">
            <a:extLst>
              <a:ext uri="{FF2B5EF4-FFF2-40B4-BE49-F238E27FC236}">
                <a16:creationId xmlns:a16="http://schemas.microsoft.com/office/drawing/2014/main" id="{0C690926-0D56-3093-7DDE-CC9512024DDC}"/>
              </a:ext>
            </a:extLst>
          </p:cNvPr>
          <p:cNvSpPr>
            <a:spLocks noGrp="1"/>
          </p:cNvSpPr>
          <p:nvPr>
            <p:ph type="ctrTitle"/>
          </p:nvPr>
        </p:nvSpPr>
        <p:spPr>
          <a:xfrm>
            <a:off x="0" y="136523"/>
            <a:ext cx="12192000" cy="1111250"/>
          </a:xfrm>
        </p:spPr>
        <p:txBody>
          <a:bodyPr anchor="ctr"/>
          <a:lstStyle>
            <a:lvl1pPr algn="l">
              <a:defRPr sz="6000" b="1" i="1" spc="-200" baseline="0">
                <a:latin typeface="Raleway Black" panose="020F0502020204030204" pitchFamily="2" charset="0"/>
                <a:ea typeface="Noto Sans" panose="020B0502040504020204" pitchFamily="34" charset="0"/>
                <a:cs typeface="Noto Sans" panose="020B0502040504020204" pitchFamily="34" charset="0"/>
              </a:defRPr>
            </a:lvl1pPr>
          </a:lstStyle>
          <a:p>
            <a:r>
              <a:rPr lang="en-US" dirty="0"/>
              <a:t>Click to edit Master title style</a:t>
            </a:r>
          </a:p>
        </p:txBody>
      </p:sp>
    </p:spTree>
    <p:extLst>
      <p:ext uri="{BB962C8B-B14F-4D97-AF65-F5344CB8AC3E}">
        <p14:creationId xmlns:p14="http://schemas.microsoft.com/office/powerpoint/2010/main" val="4268689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73278B-3ACF-9002-12DA-A75572DD8B22}"/>
              </a:ext>
            </a:extLst>
          </p:cNvPr>
          <p:cNvSpPr>
            <a:spLocks noGrp="1"/>
          </p:cNvSpPr>
          <p:nvPr>
            <p:ph idx="1"/>
          </p:nvPr>
        </p:nvSpPr>
        <p:spPr>
          <a:xfrm>
            <a:off x="838200" y="1623218"/>
            <a:ext cx="10515600" cy="4351338"/>
          </a:xfrm>
        </p:spPr>
        <p:txBody>
          <a:bodyPr/>
          <a:lstStyle>
            <a:lvl1pPr marL="342900" indent="-342900">
              <a:buFontTx/>
              <a:buBlip>
                <a:blip>
                  <a:extLst>
                    <a:ext uri="{96DAC541-7B7A-43D3-8B79-37D633B846F1}">
                      <asvg:svgBlip xmlns:asvg="http://schemas.microsoft.com/office/drawing/2016/SVG/main" r:embed="rId2"/>
                    </a:ext>
                  </a:extLst>
                </a:blip>
              </a:buBlip>
              <a:defRPr>
                <a:latin typeface="Noto Sans" panose="020B0502040504020204" pitchFamily="34" charset="0"/>
                <a:ea typeface="Noto Sans" panose="020B0502040504020204" pitchFamily="34" charset="0"/>
                <a:cs typeface="Noto Sans" panose="020B0502040504020204" pitchFamily="34" charset="0"/>
              </a:defRPr>
            </a:lvl1pPr>
            <a:lvl2pPr marL="800100" indent="-342900">
              <a:buFontTx/>
              <a:buBlip>
                <a:blip>
                  <a:extLst>
                    <a:ext uri="{96DAC541-7B7A-43D3-8B79-37D633B846F1}">
                      <asvg:svgBlip xmlns:asvg="http://schemas.microsoft.com/office/drawing/2016/SVG/main" r:embed="rId3"/>
                    </a:ext>
                  </a:extLst>
                </a:blip>
              </a:buBlip>
              <a:defRPr>
                <a:latin typeface="Noto Sans" panose="020B0502040504020204" pitchFamily="34" charset="0"/>
                <a:ea typeface="Noto Sans" panose="020B0502040504020204" pitchFamily="34" charset="0"/>
                <a:cs typeface="Noto Sans" panose="020B0502040504020204" pitchFamily="34" charset="0"/>
              </a:defRPr>
            </a:lvl2pPr>
            <a:lvl3pPr>
              <a:buFontTx/>
              <a:buBlip>
                <a:blip>
                  <a:extLst>
                    <a:ext uri="{96DAC541-7B7A-43D3-8B79-37D633B846F1}">
                      <asvg:svgBlip xmlns:asvg="http://schemas.microsoft.com/office/drawing/2016/SVG/main" r:embed="rId2"/>
                    </a:ext>
                  </a:extLst>
                </a:blip>
              </a:buBlip>
              <a:defRPr>
                <a:latin typeface="Noto Sans" panose="020B0502040504020204" pitchFamily="34" charset="0"/>
                <a:ea typeface="Noto Sans" panose="020B0502040504020204" pitchFamily="34" charset="0"/>
                <a:cs typeface="Noto Sans" panose="020B0502040504020204" pitchFamily="34" charset="0"/>
              </a:defRPr>
            </a:lvl3pPr>
            <a:lvl4pPr>
              <a:buFontTx/>
              <a:buBlip>
                <a:blip>
                  <a:extLst>
                    <a:ext uri="{96DAC541-7B7A-43D3-8B79-37D633B846F1}">
                      <asvg:svgBlip xmlns:asvg="http://schemas.microsoft.com/office/drawing/2016/SVG/main" r:embed="rId2"/>
                    </a:ext>
                  </a:extLst>
                </a:blip>
              </a:buBlip>
              <a:defRPr>
                <a:latin typeface="Noto Sans" panose="020B0502040504020204" pitchFamily="34" charset="0"/>
                <a:ea typeface="Noto Sans" panose="020B0502040504020204" pitchFamily="34" charset="0"/>
                <a:cs typeface="Noto Sans" panose="020B0502040504020204" pitchFamily="34" charset="0"/>
              </a:defRPr>
            </a:lvl4pPr>
            <a:lvl5pPr>
              <a:buFontTx/>
              <a:buBlip>
                <a:blip>
                  <a:extLst>
                    <a:ext uri="{96DAC541-7B7A-43D3-8B79-37D633B846F1}">
                      <asvg:svgBlip xmlns:asvg="http://schemas.microsoft.com/office/drawing/2016/SVG/main" r:embed="rId2"/>
                    </a:ext>
                  </a:extLst>
                </a:blip>
              </a:buBlip>
              <a:defRPr>
                <a:latin typeface="Noto Sans" panose="020B0502040504020204" pitchFamily="34" charset="0"/>
                <a:ea typeface="Noto Sans" panose="020B0502040504020204" pitchFamily="34" charset="0"/>
                <a:cs typeface="Noto Sans" panose="020B0502040504020204" pitchFamily="34" charset="0"/>
              </a:defRPr>
            </a:lvl5pPr>
          </a:lstStyle>
          <a:p>
            <a:pPr lvl="0"/>
            <a:r>
              <a:rPr lang="en-US" dirty="0"/>
              <a:t>Click to edit Master text styles</a:t>
            </a:r>
          </a:p>
          <a:p>
            <a:pPr lvl="1"/>
            <a:r>
              <a:rPr lang="en-US" dirty="0"/>
              <a:t>Second level</a:t>
            </a:r>
          </a:p>
        </p:txBody>
      </p:sp>
      <p:sp>
        <p:nvSpPr>
          <p:cNvPr id="5" name="Footer Placeholder 4">
            <a:extLst>
              <a:ext uri="{FF2B5EF4-FFF2-40B4-BE49-F238E27FC236}">
                <a16:creationId xmlns:a16="http://schemas.microsoft.com/office/drawing/2014/main" id="{4B8B30C5-C927-A9E0-7C46-E542E7E7AD0B}"/>
              </a:ext>
            </a:extLst>
          </p:cNvPr>
          <p:cNvSpPr>
            <a:spLocks noGrp="1"/>
          </p:cNvSpPr>
          <p:nvPr>
            <p:ph type="ftr" sz="quarter" idx="11"/>
          </p:nvPr>
        </p:nvSpPr>
        <p:spPr/>
        <p:txBody>
          <a:bodyPr/>
          <a:lstStyle/>
          <a:p>
            <a:endParaRPr lang="en-US"/>
          </a:p>
        </p:txBody>
      </p:sp>
      <p:sp>
        <p:nvSpPr>
          <p:cNvPr id="12" name="Slide Number Placeholder 5">
            <a:extLst>
              <a:ext uri="{FF2B5EF4-FFF2-40B4-BE49-F238E27FC236}">
                <a16:creationId xmlns:a16="http://schemas.microsoft.com/office/drawing/2014/main" id="{FF3CAC4E-5EAE-3E76-B49C-5092851AAF3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Noto Sans" panose="020B0502040504020204" pitchFamily="34" charset="0"/>
                <a:ea typeface="Noto Sans" panose="020B0502040504020204" pitchFamily="34" charset="0"/>
                <a:cs typeface="Noto Sans" panose="020B05020405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618D4F-03E1-49A1-8965-2051EBAA0F62}" type="slidenum">
              <a:rPr lang="en-US" i="1" smtClean="0">
                <a:latin typeface="Raleway" pitchFamily="2" charset="0"/>
              </a:rPr>
              <a:pPr/>
              <a:t>‹#›</a:t>
            </a:fld>
            <a:endParaRPr lang="en-US" i="1" dirty="0">
              <a:latin typeface="Raleway" pitchFamily="2" charset="0"/>
            </a:endParaRPr>
          </a:p>
        </p:txBody>
      </p:sp>
      <p:sp>
        <p:nvSpPr>
          <p:cNvPr id="13" name="Rectangle 12">
            <a:extLst>
              <a:ext uri="{FF2B5EF4-FFF2-40B4-BE49-F238E27FC236}">
                <a16:creationId xmlns:a16="http://schemas.microsoft.com/office/drawing/2014/main" id="{181326AB-7EE2-A34A-5C17-B82FB8F1F0B7}"/>
              </a:ext>
            </a:extLst>
          </p:cNvPr>
          <p:cNvSpPr/>
          <p:nvPr userDrawn="1"/>
        </p:nvSpPr>
        <p:spPr>
          <a:xfrm rot="16200000">
            <a:off x="5643562" y="-5403851"/>
            <a:ext cx="904875" cy="12192000"/>
          </a:xfrm>
          <a:prstGeom prst="rect">
            <a:avLst/>
          </a:prstGeom>
          <a:solidFill>
            <a:srgbClr val="BA8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B591BCAE-95C5-9C9C-6D06-2EA47E1F6604}"/>
              </a:ext>
            </a:extLst>
          </p:cNvPr>
          <p:cNvSpPr>
            <a:spLocks noGrp="1"/>
          </p:cNvSpPr>
          <p:nvPr>
            <p:ph type="ctrTitle"/>
          </p:nvPr>
        </p:nvSpPr>
        <p:spPr>
          <a:xfrm>
            <a:off x="0" y="136523"/>
            <a:ext cx="12192000" cy="1111250"/>
          </a:xfrm>
        </p:spPr>
        <p:txBody>
          <a:bodyPr anchor="ctr"/>
          <a:lstStyle>
            <a:lvl1pPr algn="l">
              <a:defRPr sz="6000" b="1" i="1" spc="-200" baseline="0">
                <a:latin typeface="Raleway Black" panose="020F0502020204030204" pitchFamily="2" charset="0"/>
                <a:ea typeface="Noto Sans" panose="020B0502040504020204" pitchFamily="34" charset="0"/>
                <a:cs typeface="Noto Sans" panose="020B0502040504020204" pitchFamily="34" charset="0"/>
              </a:defRPr>
            </a:lvl1pPr>
          </a:lstStyle>
          <a:p>
            <a:r>
              <a:rPr lang="en-US" dirty="0"/>
              <a:t>Click to edit Master title style</a:t>
            </a:r>
          </a:p>
        </p:txBody>
      </p:sp>
      <p:sp>
        <p:nvSpPr>
          <p:cNvPr id="15" name="Date Placeholder 3">
            <a:extLst>
              <a:ext uri="{FF2B5EF4-FFF2-40B4-BE49-F238E27FC236}">
                <a16:creationId xmlns:a16="http://schemas.microsoft.com/office/drawing/2014/main" id="{5870EBB6-108E-64E8-99FB-118778503F2E}"/>
              </a:ext>
            </a:extLst>
          </p:cNvPr>
          <p:cNvSpPr>
            <a:spLocks noGrp="1"/>
          </p:cNvSpPr>
          <p:nvPr>
            <p:ph type="dt" sz="half" idx="10"/>
          </p:nvPr>
        </p:nvSpPr>
        <p:spPr>
          <a:xfrm>
            <a:off x="847898" y="6356349"/>
            <a:ext cx="2486026" cy="365125"/>
          </a:xfrm>
        </p:spPr>
        <p:txBody>
          <a:bodyPr/>
          <a:lstStyle>
            <a:lvl1pPr>
              <a:defRPr i="1">
                <a:latin typeface="Raleway" pitchFamily="2" charset="0"/>
                <a:ea typeface="Noto Sans" panose="020B0502040504020204" pitchFamily="34" charset="0"/>
                <a:cs typeface="Noto Sans" panose="020B0502040504020204" pitchFamily="34" charset="0"/>
              </a:defRPr>
            </a:lvl1pPr>
          </a:lstStyle>
          <a:p>
            <a:fld id="{403F6159-7C2D-49AA-BA55-C4F81030DC8C}" type="datetime1">
              <a:rPr lang="en-US" smtClean="0"/>
              <a:pPr/>
              <a:t>10/7/2026</a:t>
            </a:fld>
            <a:endParaRPr lang="en-US" i="1"/>
          </a:p>
        </p:txBody>
      </p:sp>
    </p:spTree>
    <p:extLst>
      <p:ext uri="{BB962C8B-B14F-4D97-AF65-F5344CB8AC3E}">
        <p14:creationId xmlns:p14="http://schemas.microsoft.com/office/powerpoint/2010/main" val="4262542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73278B-3ACF-9002-12DA-A75572DD8B22}"/>
              </a:ext>
            </a:extLst>
          </p:cNvPr>
          <p:cNvSpPr>
            <a:spLocks noGrp="1"/>
          </p:cNvSpPr>
          <p:nvPr>
            <p:ph idx="1"/>
          </p:nvPr>
        </p:nvSpPr>
        <p:spPr>
          <a:xfrm>
            <a:off x="838200" y="1623218"/>
            <a:ext cx="5105400" cy="4351338"/>
          </a:xfrm>
        </p:spPr>
        <p:txBody>
          <a:bodyPr/>
          <a:lstStyle>
            <a:lvl1pPr marL="342900" indent="-342900">
              <a:buFontTx/>
              <a:buBlip>
                <a:blip>
                  <a:extLst>
                    <a:ext uri="{96DAC541-7B7A-43D3-8B79-37D633B846F1}">
                      <asvg:svgBlip xmlns:asvg="http://schemas.microsoft.com/office/drawing/2016/SVG/main" r:embed="rId2"/>
                    </a:ext>
                  </a:extLst>
                </a:blip>
              </a:buBlip>
              <a:defRPr>
                <a:latin typeface="Noto Sans" panose="020B0502040504020204" pitchFamily="34" charset="0"/>
                <a:ea typeface="Noto Sans" panose="020B0502040504020204" pitchFamily="34" charset="0"/>
                <a:cs typeface="Noto Sans" panose="020B0502040504020204" pitchFamily="34" charset="0"/>
              </a:defRPr>
            </a:lvl1pPr>
            <a:lvl2pPr marL="800100" indent="-342900">
              <a:buFontTx/>
              <a:buBlip>
                <a:blip>
                  <a:extLst>
                    <a:ext uri="{96DAC541-7B7A-43D3-8B79-37D633B846F1}">
                      <asvg:svgBlip xmlns:asvg="http://schemas.microsoft.com/office/drawing/2016/SVG/main" r:embed="rId3"/>
                    </a:ext>
                  </a:extLst>
                </a:blip>
              </a:buBlip>
              <a:defRPr>
                <a:latin typeface="Noto Sans" panose="020B0502040504020204" pitchFamily="34" charset="0"/>
                <a:ea typeface="Noto Sans" panose="020B0502040504020204" pitchFamily="34" charset="0"/>
                <a:cs typeface="Noto Sans" panose="020B0502040504020204" pitchFamily="34" charset="0"/>
              </a:defRPr>
            </a:lvl2pPr>
            <a:lvl3pPr>
              <a:buFontTx/>
              <a:buBlip>
                <a:blip>
                  <a:extLst>
                    <a:ext uri="{96DAC541-7B7A-43D3-8B79-37D633B846F1}">
                      <asvg:svgBlip xmlns:asvg="http://schemas.microsoft.com/office/drawing/2016/SVG/main" r:embed="rId2"/>
                    </a:ext>
                  </a:extLst>
                </a:blip>
              </a:buBlip>
              <a:defRPr>
                <a:latin typeface="Noto Sans" panose="020B0502040504020204" pitchFamily="34" charset="0"/>
                <a:ea typeface="Noto Sans" panose="020B0502040504020204" pitchFamily="34" charset="0"/>
                <a:cs typeface="Noto Sans" panose="020B0502040504020204" pitchFamily="34" charset="0"/>
              </a:defRPr>
            </a:lvl3pPr>
            <a:lvl4pPr>
              <a:buFontTx/>
              <a:buBlip>
                <a:blip>
                  <a:extLst>
                    <a:ext uri="{96DAC541-7B7A-43D3-8B79-37D633B846F1}">
                      <asvg:svgBlip xmlns:asvg="http://schemas.microsoft.com/office/drawing/2016/SVG/main" r:embed="rId2"/>
                    </a:ext>
                  </a:extLst>
                </a:blip>
              </a:buBlip>
              <a:defRPr>
                <a:latin typeface="Noto Sans" panose="020B0502040504020204" pitchFamily="34" charset="0"/>
                <a:ea typeface="Noto Sans" panose="020B0502040504020204" pitchFamily="34" charset="0"/>
                <a:cs typeface="Noto Sans" panose="020B0502040504020204" pitchFamily="34" charset="0"/>
              </a:defRPr>
            </a:lvl4pPr>
            <a:lvl5pPr>
              <a:buFontTx/>
              <a:buBlip>
                <a:blip>
                  <a:extLst>
                    <a:ext uri="{96DAC541-7B7A-43D3-8B79-37D633B846F1}">
                      <asvg:svgBlip xmlns:asvg="http://schemas.microsoft.com/office/drawing/2016/SVG/main" r:embed="rId2"/>
                    </a:ext>
                  </a:extLst>
                </a:blip>
              </a:buBlip>
              <a:defRPr>
                <a:latin typeface="Noto Sans" panose="020B0502040504020204" pitchFamily="34" charset="0"/>
                <a:ea typeface="Noto Sans" panose="020B0502040504020204" pitchFamily="34" charset="0"/>
                <a:cs typeface="Noto Sans" panose="020B0502040504020204" pitchFamily="34" charset="0"/>
              </a:defRPr>
            </a:lvl5pPr>
          </a:lstStyle>
          <a:p>
            <a:pPr lvl="0"/>
            <a:r>
              <a:rPr lang="en-US" dirty="0"/>
              <a:t>Click to edit Master text styles</a:t>
            </a:r>
          </a:p>
          <a:p>
            <a:pPr lvl="1"/>
            <a:r>
              <a:rPr lang="en-US" dirty="0"/>
              <a:t>Second level</a:t>
            </a:r>
          </a:p>
        </p:txBody>
      </p:sp>
      <p:sp>
        <p:nvSpPr>
          <p:cNvPr id="5" name="Footer Placeholder 4">
            <a:extLst>
              <a:ext uri="{FF2B5EF4-FFF2-40B4-BE49-F238E27FC236}">
                <a16:creationId xmlns:a16="http://schemas.microsoft.com/office/drawing/2014/main" id="{4B8B30C5-C927-A9E0-7C46-E542E7E7AD0B}"/>
              </a:ext>
            </a:extLst>
          </p:cNvPr>
          <p:cNvSpPr>
            <a:spLocks noGrp="1"/>
          </p:cNvSpPr>
          <p:nvPr>
            <p:ph type="ftr" sz="quarter" idx="11"/>
          </p:nvPr>
        </p:nvSpPr>
        <p:spPr/>
        <p:txBody>
          <a:bodyPr/>
          <a:lstStyle/>
          <a:p>
            <a:endParaRPr lang="en-US"/>
          </a:p>
        </p:txBody>
      </p:sp>
      <p:sp>
        <p:nvSpPr>
          <p:cNvPr id="12" name="Slide Number Placeholder 5">
            <a:extLst>
              <a:ext uri="{FF2B5EF4-FFF2-40B4-BE49-F238E27FC236}">
                <a16:creationId xmlns:a16="http://schemas.microsoft.com/office/drawing/2014/main" id="{FF3CAC4E-5EAE-3E76-B49C-5092851AAF3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Noto Sans" panose="020B0502040504020204" pitchFamily="34" charset="0"/>
                <a:ea typeface="Noto Sans" panose="020B0502040504020204" pitchFamily="34" charset="0"/>
                <a:cs typeface="Noto Sans" panose="020B05020405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618D4F-03E1-49A1-8965-2051EBAA0F62}" type="slidenum">
              <a:rPr lang="en-US" i="1" smtClean="0">
                <a:latin typeface="Raleway" pitchFamily="2" charset="0"/>
              </a:rPr>
              <a:pPr/>
              <a:t>‹#›</a:t>
            </a:fld>
            <a:endParaRPr lang="en-US" i="1" dirty="0">
              <a:latin typeface="Raleway" pitchFamily="2" charset="0"/>
            </a:endParaRPr>
          </a:p>
        </p:txBody>
      </p:sp>
      <p:sp>
        <p:nvSpPr>
          <p:cNvPr id="13" name="Rectangle 12">
            <a:extLst>
              <a:ext uri="{FF2B5EF4-FFF2-40B4-BE49-F238E27FC236}">
                <a16:creationId xmlns:a16="http://schemas.microsoft.com/office/drawing/2014/main" id="{181326AB-7EE2-A34A-5C17-B82FB8F1F0B7}"/>
              </a:ext>
            </a:extLst>
          </p:cNvPr>
          <p:cNvSpPr/>
          <p:nvPr userDrawn="1"/>
        </p:nvSpPr>
        <p:spPr>
          <a:xfrm rot="16200000">
            <a:off x="5643562" y="-5403851"/>
            <a:ext cx="904875" cy="12192000"/>
          </a:xfrm>
          <a:prstGeom prst="rect">
            <a:avLst/>
          </a:prstGeom>
          <a:solidFill>
            <a:srgbClr val="BA8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B591BCAE-95C5-9C9C-6D06-2EA47E1F6604}"/>
              </a:ext>
            </a:extLst>
          </p:cNvPr>
          <p:cNvSpPr>
            <a:spLocks noGrp="1"/>
          </p:cNvSpPr>
          <p:nvPr>
            <p:ph type="ctrTitle"/>
          </p:nvPr>
        </p:nvSpPr>
        <p:spPr>
          <a:xfrm>
            <a:off x="0" y="136523"/>
            <a:ext cx="12192000" cy="1111250"/>
          </a:xfrm>
        </p:spPr>
        <p:txBody>
          <a:bodyPr anchor="ctr"/>
          <a:lstStyle>
            <a:lvl1pPr algn="l">
              <a:defRPr sz="6000" b="1" i="1" spc="-200" baseline="0">
                <a:latin typeface="Raleway Black" panose="020F0502020204030204" pitchFamily="2" charset="0"/>
                <a:ea typeface="Noto Sans" panose="020B0502040504020204" pitchFamily="34" charset="0"/>
                <a:cs typeface="Noto Sans" panose="020B0502040504020204" pitchFamily="34" charset="0"/>
              </a:defRPr>
            </a:lvl1pPr>
          </a:lstStyle>
          <a:p>
            <a:r>
              <a:rPr lang="en-US" dirty="0"/>
              <a:t>Click to edit Master title style</a:t>
            </a:r>
          </a:p>
        </p:txBody>
      </p:sp>
      <p:sp>
        <p:nvSpPr>
          <p:cNvPr id="15" name="Date Placeholder 3">
            <a:extLst>
              <a:ext uri="{FF2B5EF4-FFF2-40B4-BE49-F238E27FC236}">
                <a16:creationId xmlns:a16="http://schemas.microsoft.com/office/drawing/2014/main" id="{5870EBB6-108E-64E8-99FB-118778503F2E}"/>
              </a:ext>
            </a:extLst>
          </p:cNvPr>
          <p:cNvSpPr>
            <a:spLocks noGrp="1"/>
          </p:cNvSpPr>
          <p:nvPr>
            <p:ph type="dt" sz="half" idx="10"/>
          </p:nvPr>
        </p:nvSpPr>
        <p:spPr>
          <a:xfrm>
            <a:off x="847898" y="6356349"/>
            <a:ext cx="2486026" cy="365125"/>
          </a:xfrm>
        </p:spPr>
        <p:txBody>
          <a:bodyPr/>
          <a:lstStyle>
            <a:lvl1pPr>
              <a:defRPr i="1">
                <a:latin typeface="Raleway" pitchFamily="2" charset="0"/>
                <a:ea typeface="Noto Sans" panose="020B0502040504020204" pitchFamily="34" charset="0"/>
                <a:cs typeface="Noto Sans" panose="020B0502040504020204" pitchFamily="34" charset="0"/>
              </a:defRPr>
            </a:lvl1pPr>
          </a:lstStyle>
          <a:p>
            <a:fld id="{403F6159-7C2D-49AA-BA55-C4F81030DC8C}" type="datetime1">
              <a:rPr lang="en-US" smtClean="0"/>
              <a:pPr/>
              <a:t>10/7/2026</a:t>
            </a:fld>
            <a:endParaRPr lang="en-US" i="1"/>
          </a:p>
        </p:txBody>
      </p:sp>
      <p:sp>
        <p:nvSpPr>
          <p:cNvPr id="4" name="Online Image Placeholder 3">
            <a:extLst>
              <a:ext uri="{FF2B5EF4-FFF2-40B4-BE49-F238E27FC236}">
                <a16:creationId xmlns:a16="http://schemas.microsoft.com/office/drawing/2014/main" id="{E63CDAEA-4B18-0E38-03AA-6C533B767870}"/>
              </a:ext>
            </a:extLst>
          </p:cNvPr>
          <p:cNvSpPr>
            <a:spLocks noGrp="1"/>
          </p:cNvSpPr>
          <p:nvPr>
            <p:ph type="clipArt" sz="quarter" idx="12"/>
          </p:nvPr>
        </p:nvSpPr>
        <p:spPr>
          <a:xfrm>
            <a:off x="6095999" y="1622425"/>
            <a:ext cx="5257801" cy="4351338"/>
          </a:xfrm>
        </p:spPr>
        <p:txBody>
          <a:bodyPr/>
          <a:lstStyle/>
          <a:p>
            <a:endParaRPr lang="en-US"/>
          </a:p>
        </p:txBody>
      </p:sp>
    </p:spTree>
    <p:extLst>
      <p:ext uri="{BB962C8B-B14F-4D97-AF65-F5344CB8AC3E}">
        <p14:creationId xmlns:p14="http://schemas.microsoft.com/office/powerpoint/2010/main" val="543048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B8B30C5-C927-A9E0-7C46-E542E7E7AD0B}"/>
              </a:ext>
            </a:extLst>
          </p:cNvPr>
          <p:cNvSpPr>
            <a:spLocks noGrp="1"/>
          </p:cNvSpPr>
          <p:nvPr>
            <p:ph type="ftr" sz="quarter" idx="11"/>
          </p:nvPr>
        </p:nvSpPr>
        <p:spPr/>
        <p:txBody>
          <a:bodyPr/>
          <a:lstStyle/>
          <a:p>
            <a:endParaRPr lang="en-US"/>
          </a:p>
        </p:txBody>
      </p:sp>
      <p:sp>
        <p:nvSpPr>
          <p:cNvPr id="12" name="Slide Number Placeholder 5">
            <a:extLst>
              <a:ext uri="{FF2B5EF4-FFF2-40B4-BE49-F238E27FC236}">
                <a16:creationId xmlns:a16="http://schemas.microsoft.com/office/drawing/2014/main" id="{FF3CAC4E-5EAE-3E76-B49C-5092851AAF32}"/>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Noto Sans" panose="020B0502040504020204" pitchFamily="34" charset="0"/>
                <a:ea typeface="Noto Sans" panose="020B0502040504020204" pitchFamily="34" charset="0"/>
                <a:cs typeface="Noto Sans" panose="020B05020405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618D4F-03E1-49A1-8965-2051EBAA0F62}" type="slidenum">
              <a:rPr lang="en-US" i="1" smtClean="0">
                <a:latin typeface="Raleway" pitchFamily="2" charset="0"/>
              </a:rPr>
              <a:pPr/>
              <a:t>‹#›</a:t>
            </a:fld>
            <a:endParaRPr lang="en-US" i="1" dirty="0">
              <a:latin typeface="Raleway" pitchFamily="2" charset="0"/>
            </a:endParaRPr>
          </a:p>
        </p:txBody>
      </p:sp>
      <p:sp>
        <p:nvSpPr>
          <p:cNvPr id="13" name="Rectangle 12">
            <a:extLst>
              <a:ext uri="{FF2B5EF4-FFF2-40B4-BE49-F238E27FC236}">
                <a16:creationId xmlns:a16="http://schemas.microsoft.com/office/drawing/2014/main" id="{181326AB-7EE2-A34A-5C17-B82FB8F1F0B7}"/>
              </a:ext>
            </a:extLst>
          </p:cNvPr>
          <p:cNvSpPr/>
          <p:nvPr userDrawn="1"/>
        </p:nvSpPr>
        <p:spPr>
          <a:xfrm rot="16200000">
            <a:off x="5643562" y="-5403851"/>
            <a:ext cx="904875" cy="12192000"/>
          </a:xfrm>
          <a:prstGeom prst="rect">
            <a:avLst/>
          </a:prstGeom>
          <a:solidFill>
            <a:srgbClr val="BA81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nline Image Placeholder 6">
            <a:extLst>
              <a:ext uri="{FF2B5EF4-FFF2-40B4-BE49-F238E27FC236}">
                <a16:creationId xmlns:a16="http://schemas.microsoft.com/office/drawing/2014/main" id="{9350ADB1-6C56-89BA-9466-DEACF393CB0D}"/>
              </a:ext>
            </a:extLst>
          </p:cNvPr>
          <p:cNvSpPr>
            <a:spLocks noGrp="1"/>
          </p:cNvSpPr>
          <p:nvPr>
            <p:ph type="clipArt" sz="quarter" idx="13"/>
          </p:nvPr>
        </p:nvSpPr>
        <p:spPr>
          <a:xfrm>
            <a:off x="838200" y="1500188"/>
            <a:ext cx="10515600" cy="4557712"/>
          </a:xfrm>
        </p:spPr>
        <p:txBody>
          <a:bodyPr/>
          <a:lstStyle/>
          <a:p>
            <a:endParaRPr lang="en-US"/>
          </a:p>
        </p:txBody>
      </p:sp>
      <p:sp>
        <p:nvSpPr>
          <p:cNvPr id="8" name="Title 1">
            <a:extLst>
              <a:ext uri="{FF2B5EF4-FFF2-40B4-BE49-F238E27FC236}">
                <a16:creationId xmlns:a16="http://schemas.microsoft.com/office/drawing/2014/main" id="{6A255E58-F040-68C5-09DD-EF430C8795BB}"/>
              </a:ext>
            </a:extLst>
          </p:cNvPr>
          <p:cNvSpPr>
            <a:spLocks noGrp="1"/>
          </p:cNvSpPr>
          <p:nvPr>
            <p:ph type="ctrTitle"/>
          </p:nvPr>
        </p:nvSpPr>
        <p:spPr>
          <a:xfrm>
            <a:off x="0" y="136523"/>
            <a:ext cx="12192000" cy="1111250"/>
          </a:xfrm>
        </p:spPr>
        <p:txBody>
          <a:bodyPr anchor="ctr"/>
          <a:lstStyle>
            <a:lvl1pPr algn="l">
              <a:defRPr sz="6000" b="1" i="1" spc="-200" baseline="0">
                <a:latin typeface="Raleway Black" panose="020F0502020204030204" pitchFamily="2" charset="0"/>
                <a:ea typeface="Noto Sans" panose="020B0502040504020204" pitchFamily="34" charset="0"/>
                <a:cs typeface="Noto Sans" panose="020B0502040504020204" pitchFamily="34" charset="0"/>
              </a:defRPr>
            </a:lvl1pPr>
          </a:lstStyle>
          <a:p>
            <a:r>
              <a:rPr lang="en-US" dirty="0"/>
              <a:t>Click to edit Master title style</a:t>
            </a:r>
          </a:p>
        </p:txBody>
      </p:sp>
      <p:sp>
        <p:nvSpPr>
          <p:cNvPr id="10" name="Date Placeholder 3">
            <a:extLst>
              <a:ext uri="{FF2B5EF4-FFF2-40B4-BE49-F238E27FC236}">
                <a16:creationId xmlns:a16="http://schemas.microsoft.com/office/drawing/2014/main" id="{6B15AAF6-2968-16E2-6588-FED1B85A3FF0}"/>
              </a:ext>
            </a:extLst>
          </p:cNvPr>
          <p:cNvSpPr>
            <a:spLocks noGrp="1"/>
          </p:cNvSpPr>
          <p:nvPr>
            <p:ph type="dt" sz="half" idx="10"/>
          </p:nvPr>
        </p:nvSpPr>
        <p:spPr>
          <a:xfrm>
            <a:off x="847898" y="6356349"/>
            <a:ext cx="2486026" cy="365125"/>
          </a:xfrm>
        </p:spPr>
        <p:txBody>
          <a:bodyPr/>
          <a:lstStyle>
            <a:lvl1pPr>
              <a:defRPr i="1">
                <a:latin typeface="Raleway" pitchFamily="2" charset="0"/>
                <a:ea typeface="Noto Sans" panose="020B0502040504020204" pitchFamily="34" charset="0"/>
                <a:cs typeface="Noto Sans" panose="020B0502040504020204" pitchFamily="34" charset="0"/>
              </a:defRPr>
            </a:lvl1pPr>
          </a:lstStyle>
          <a:p>
            <a:fld id="{403F6159-7C2D-49AA-BA55-C4F81030DC8C}" type="datetime1">
              <a:rPr lang="en-US" smtClean="0"/>
              <a:pPr/>
              <a:t>10/7/2026</a:t>
            </a:fld>
            <a:endParaRPr lang="en-US" i="1"/>
          </a:p>
        </p:txBody>
      </p:sp>
    </p:spTree>
    <p:extLst>
      <p:ext uri="{BB962C8B-B14F-4D97-AF65-F5344CB8AC3E}">
        <p14:creationId xmlns:p14="http://schemas.microsoft.com/office/powerpoint/2010/main" val="6172737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DBF90B-5AC5-6359-251A-ACEE571EA8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990116-C645-7B4A-491A-EF0254F036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451048-365C-596B-B488-55667086F0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BF5C37-371E-4FB4-A944-86583F4B4D88}" type="datetime1">
              <a:rPr lang="en-US" smtClean="0"/>
              <a:t>10/7/2026</a:t>
            </a:fld>
            <a:endParaRPr lang="en-US"/>
          </a:p>
        </p:txBody>
      </p:sp>
      <p:sp>
        <p:nvSpPr>
          <p:cNvPr id="5" name="Footer Placeholder 4">
            <a:extLst>
              <a:ext uri="{FF2B5EF4-FFF2-40B4-BE49-F238E27FC236}">
                <a16:creationId xmlns:a16="http://schemas.microsoft.com/office/drawing/2014/main" id="{9BFBEC36-08C8-1800-A573-A4F7C2112D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B3C389C-592D-D271-8118-DAE1E69CB9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618D4F-03E1-49A1-8965-2051EBAA0F62}" type="slidenum">
              <a:rPr lang="en-US" smtClean="0"/>
              <a:t>‹#›</a:t>
            </a:fld>
            <a:endParaRPr lang="en-US"/>
          </a:p>
        </p:txBody>
      </p:sp>
    </p:spTree>
    <p:extLst>
      <p:ext uri="{BB962C8B-B14F-4D97-AF65-F5344CB8AC3E}">
        <p14:creationId xmlns:p14="http://schemas.microsoft.com/office/powerpoint/2010/main" val="2313912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sv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F1493-D6C5-38AA-FAB4-BE6468EF1657}"/>
              </a:ext>
            </a:extLst>
          </p:cNvPr>
          <p:cNvSpPr>
            <a:spLocks noGrp="1"/>
          </p:cNvSpPr>
          <p:nvPr>
            <p:ph type="ctrTitle"/>
          </p:nvPr>
        </p:nvSpPr>
        <p:spPr>
          <a:xfrm>
            <a:off x="-11719" y="136525"/>
            <a:ext cx="11617568" cy="1111250"/>
          </a:xfrm>
        </p:spPr>
        <p:txBody>
          <a:bodyPr/>
          <a:lstStyle/>
          <a:p>
            <a:r>
              <a:rPr lang="en-US" dirty="0"/>
              <a:t>Model to meaning</a:t>
            </a:r>
          </a:p>
        </p:txBody>
      </p:sp>
      <p:sp>
        <p:nvSpPr>
          <p:cNvPr id="3" name="Subtitle 2">
            <a:extLst>
              <a:ext uri="{FF2B5EF4-FFF2-40B4-BE49-F238E27FC236}">
                <a16:creationId xmlns:a16="http://schemas.microsoft.com/office/drawing/2014/main" id="{DEC289A4-7C3C-203C-9BCC-540221523993}"/>
              </a:ext>
            </a:extLst>
          </p:cNvPr>
          <p:cNvSpPr>
            <a:spLocks noGrp="1"/>
          </p:cNvSpPr>
          <p:nvPr>
            <p:ph type="subTitle" idx="1"/>
          </p:nvPr>
        </p:nvSpPr>
        <p:spPr>
          <a:xfrm>
            <a:off x="847898" y="1247775"/>
            <a:ext cx="11191700" cy="501589"/>
          </a:xfrm>
        </p:spPr>
        <p:txBody>
          <a:bodyPr/>
          <a:lstStyle/>
          <a:p>
            <a:r>
              <a:rPr lang="en-US" dirty="0"/>
              <a:t>How to interpret generalized multilevel models in </a:t>
            </a:r>
          </a:p>
        </p:txBody>
      </p:sp>
      <p:sp>
        <p:nvSpPr>
          <p:cNvPr id="5" name="Date Placeholder 4">
            <a:extLst>
              <a:ext uri="{FF2B5EF4-FFF2-40B4-BE49-F238E27FC236}">
                <a16:creationId xmlns:a16="http://schemas.microsoft.com/office/drawing/2014/main" id="{C2040C83-10EE-ABD1-A82A-F021B382D895}"/>
              </a:ext>
            </a:extLst>
          </p:cNvPr>
          <p:cNvSpPr>
            <a:spLocks noGrp="1"/>
          </p:cNvSpPr>
          <p:nvPr>
            <p:ph type="dt" sz="half" idx="10"/>
          </p:nvPr>
        </p:nvSpPr>
        <p:spPr/>
        <p:txBody>
          <a:bodyPr/>
          <a:lstStyle/>
          <a:p>
            <a:fld id="{975A1848-0046-471B-B506-714DF935B3FE}" type="datetime1">
              <a:rPr lang="en-US" smtClean="0"/>
              <a:t>10/7/2026</a:t>
            </a:fld>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6" name="Slide Number Placeholder 5">
            <a:extLst>
              <a:ext uri="{FF2B5EF4-FFF2-40B4-BE49-F238E27FC236}">
                <a16:creationId xmlns:a16="http://schemas.microsoft.com/office/drawing/2014/main" id="{11AC5A4F-EAF3-71E7-D265-BEA8280C9E3F}"/>
              </a:ext>
            </a:extLst>
          </p:cNvPr>
          <p:cNvSpPr>
            <a:spLocks noGrp="1"/>
          </p:cNvSpPr>
          <p:nvPr>
            <p:ph type="sldNum" sz="quarter" idx="12"/>
          </p:nvPr>
        </p:nvSpPr>
        <p:spPr/>
        <p:txBody>
          <a:bodyPr/>
          <a:lstStyle/>
          <a:p>
            <a:fld id="{D6618D4F-03E1-49A1-8965-2051EBAA0F62}" type="slidenum">
              <a:rPr lang="en-US" smtClean="0"/>
              <a:pPr/>
              <a:t>1</a:t>
            </a:fld>
            <a:endParaRPr lang="en-US">
              <a:latin typeface="Noto Sans" panose="020B0502040504020204" pitchFamily="34" charset="0"/>
              <a:ea typeface="Noto Sans" panose="020B0502040504020204" pitchFamily="34" charset="0"/>
              <a:cs typeface="Noto Sans" panose="020B0502040504020204" pitchFamily="34" charset="0"/>
            </a:endParaRPr>
          </a:p>
        </p:txBody>
      </p:sp>
      <p:pic>
        <p:nvPicPr>
          <p:cNvPr id="7" name="Picture 6" descr="File:R logo.svg - Wikimedia Commons">
            <a:extLst>
              <a:ext uri="{FF2B5EF4-FFF2-40B4-BE49-F238E27FC236}">
                <a16:creationId xmlns:a16="http://schemas.microsoft.com/office/drawing/2014/main" id="{030899D5-28DB-3464-D69C-8C73829ADCDD}"/>
              </a:ext>
            </a:extLst>
          </p:cNvPr>
          <p:cNvPicPr>
            <a:picLocks noChangeAspect="1"/>
          </p:cNvPicPr>
          <p:nvPr/>
        </p:nvPicPr>
        <p:blipFill>
          <a:blip r:embed="rId2"/>
          <a:stretch>
            <a:fillRect/>
          </a:stretch>
        </p:blipFill>
        <p:spPr>
          <a:xfrm>
            <a:off x="8627271" y="1221648"/>
            <a:ext cx="483778" cy="374927"/>
          </a:xfrm>
          <a:prstGeom prst="rect">
            <a:avLst/>
          </a:prstGeom>
        </p:spPr>
      </p:pic>
      <p:grpSp>
        <p:nvGrpSpPr>
          <p:cNvPr id="11" name="Group 10">
            <a:extLst>
              <a:ext uri="{FF2B5EF4-FFF2-40B4-BE49-F238E27FC236}">
                <a16:creationId xmlns:a16="http://schemas.microsoft.com/office/drawing/2014/main" id="{1515B10A-FF07-B819-B5DD-684D393680A3}"/>
              </a:ext>
            </a:extLst>
          </p:cNvPr>
          <p:cNvGrpSpPr/>
          <p:nvPr/>
        </p:nvGrpSpPr>
        <p:grpSpPr>
          <a:xfrm>
            <a:off x="4126157" y="6019116"/>
            <a:ext cx="3939685" cy="838884"/>
            <a:chOff x="3591099" y="6009128"/>
            <a:chExt cx="3939685" cy="838884"/>
          </a:xfrm>
        </p:grpSpPr>
        <p:pic>
          <p:nvPicPr>
            <p:cNvPr id="9" name="Picture 8">
              <a:extLst>
                <a:ext uri="{FF2B5EF4-FFF2-40B4-BE49-F238E27FC236}">
                  <a16:creationId xmlns:a16="http://schemas.microsoft.com/office/drawing/2014/main" id="{DC0FC2C1-9A81-2157-43D0-C481B87F28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1099" y="6009128"/>
              <a:ext cx="1974133" cy="712345"/>
            </a:xfrm>
            <a:prstGeom prst="rect">
              <a:avLst/>
            </a:prstGeom>
          </p:spPr>
        </p:pic>
        <p:sp>
          <p:nvSpPr>
            <p:cNvPr id="10" name="TextBox 9">
              <a:extLst>
                <a:ext uri="{FF2B5EF4-FFF2-40B4-BE49-F238E27FC236}">
                  <a16:creationId xmlns:a16="http://schemas.microsoft.com/office/drawing/2014/main" id="{FFDF6E84-27E7-D6E8-76A4-AA23C58A4A4D}"/>
                </a:ext>
              </a:extLst>
            </p:cNvPr>
            <p:cNvSpPr txBox="1"/>
            <p:nvPr/>
          </p:nvSpPr>
          <p:spPr>
            <a:xfrm>
              <a:off x="5556651" y="6009128"/>
              <a:ext cx="1974133" cy="838884"/>
            </a:xfrm>
            <a:prstGeom prst="rect">
              <a:avLst/>
            </a:prstGeom>
            <a:noFill/>
          </p:spPr>
          <p:txBody>
            <a:bodyPr wrap="square" rtlCol="0">
              <a:spAutoFit/>
            </a:bodyPr>
            <a:lstStyle/>
            <a:p>
              <a:pPr>
                <a:lnSpc>
                  <a:spcPts val="2800"/>
                </a:lnSpc>
              </a:pPr>
              <a:r>
                <a:rPr lang="en-US" sz="3200" b="1" spc="-50" dirty="0">
                  <a:solidFill>
                    <a:srgbClr val="4D2482"/>
                  </a:solidFill>
                  <a:latin typeface="PT Sans" panose="020B0503020203020204" pitchFamily="34" charset="0"/>
                </a:rPr>
                <a:t>CONNECT</a:t>
              </a:r>
            </a:p>
            <a:p>
              <a:pPr>
                <a:lnSpc>
                  <a:spcPts val="2800"/>
                </a:lnSpc>
              </a:pPr>
              <a:r>
                <a:rPr lang="en-US" sz="3200" b="1" spc="-50" dirty="0">
                  <a:solidFill>
                    <a:srgbClr val="4D2482"/>
                  </a:solidFill>
                  <a:latin typeface="PT Sans" panose="020B0503020203020204" pitchFamily="34" charset="0"/>
                </a:rPr>
                <a:t>LAB</a:t>
              </a:r>
            </a:p>
          </p:txBody>
        </p:sp>
      </p:grpSp>
      <p:grpSp>
        <p:nvGrpSpPr>
          <p:cNvPr id="15" name="Group 14">
            <a:extLst>
              <a:ext uri="{FF2B5EF4-FFF2-40B4-BE49-F238E27FC236}">
                <a16:creationId xmlns:a16="http://schemas.microsoft.com/office/drawing/2014/main" id="{910A214C-058C-3B97-B3F7-886017AC5278}"/>
              </a:ext>
            </a:extLst>
          </p:cNvPr>
          <p:cNvGrpSpPr/>
          <p:nvPr/>
        </p:nvGrpSpPr>
        <p:grpSpPr>
          <a:xfrm>
            <a:off x="4251229" y="1895523"/>
            <a:ext cx="3091672" cy="3622004"/>
            <a:chOff x="1569538" y="1836661"/>
            <a:chExt cx="3091672" cy="3622004"/>
          </a:xfrm>
        </p:grpSpPr>
        <p:sp>
          <p:nvSpPr>
            <p:cNvPr id="14" name="Oval 13">
              <a:extLst>
                <a:ext uri="{FF2B5EF4-FFF2-40B4-BE49-F238E27FC236}">
                  <a16:creationId xmlns:a16="http://schemas.microsoft.com/office/drawing/2014/main" id="{5AB6343E-B3EE-43FE-19A7-A5D526B08557}"/>
                </a:ext>
              </a:extLst>
            </p:cNvPr>
            <p:cNvSpPr/>
            <p:nvPr/>
          </p:nvSpPr>
          <p:spPr>
            <a:xfrm>
              <a:off x="2279032" y="1836661"/>
              <a:ext cx="1672683" cy="1620774"/>
            </a:xfrm>
            <a:prstGeom prst="ellipse">
              <a:avLst/>
            </a:prstGeom>
            <a:gradFill flip="none" rotWithShape="1">
              <a:gsLst>
                <a:gs pos="0">
                  <a:srgbClr val="FFFF66">
                    <a:alpha val="70000"/>
                  </a:srgbClr>
                </a:gs>
                <a:gs pos="19000">
                  <a:srgbClr val="FFFF99">
                    <a:alpha val="60000"/>
                  </a:srgbClr>
                </a:gs>
                <a:gs pos="57000">
                  <a:srgbClr val="FFFFCC">
                    <a:alpha val="20000"/>
                  </a:srgbClr>
                </a:gs>
                <a:gs pos="10000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4E31385-5948-2FB4-14BF-AC0AAA0422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9538" y="2309815"/>
              <a:ext cx="3091672" cy="3148850"/>
            </a:xfrm>
            <a:prstGeom prst="rect">
              <a:avLst/>
            </a:prstGeom>
          </p:spPr>
        </p:pic>
      </p:grpSp>
      <p:sp>
        <p:nvSpPr>
          <p:cNvPr id="16" name="Subtitle 2">
            <a:extLst>
              <a:ext uri="{FF2B5EF4-FFF2-40B4-BE49-F238E27FC236}">
                <a16:creationId xmlns:a16="http://schemas.microsoft.com/office/drawing/2014/main" id="{1783642E-B3B1-E72E-BCF4-BB373119D32C}"/>
              </a:ext>
            </a:extLst>
          </p:cNvPr>
          <p:cNvSpPr txBox="1">
            <a:spLocks/>
          </p:cNvSpPr>
          <p:nvPr/>
        </p:nvSpPr>
        <p:spPr>
          <a:xfrm>
            <a:off x="9111049" y="5079207"/>
            <a:ext cx="3080951" cy="5015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spc="-100" baseline="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spc="-50" dirty="0">
                <a:latin typeface="Raleway" pitchFamily="2" charset="0"/>
              </a:rPr>
              <a:t>Luke Watson</a:t>
            </a:r>
          </a:p>
        </p:txBody>
      </p:sp>
    </p:spTree>
    <p:extLst>
      <p:ext uri="{BB962C8B-B14F-4D97-AF65-F5344CB8AC3E}">
        <p14:creationId xmlns:p14="http://schemas.microsoft.com/office/powerpoint/2010/main" val="2730663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AB652E-BDE0-7400-AC88-3249595EC040}"/>
              </a:ext>
            </a:extLst>
          </p:cNvPr>
          <p:cNvSpPr>
            <a:spLocks noGrp="1"/>
          </p:cNvSpPr>
          <p:nvPr>
            <p:ph type="ctrTitle"/>
          </p:nvPr>
        </p:nvSpPr>
        <p:spPr/>
        <p:txBody>
          <a:bodyPr/>
          <a:lstStyle/>
          <a:p>
            <a:r>
              <a:rPr lang="en-US" dirty="0"/>
              <a:t>Outline</a:t>
            </a:r>
          </a:p>
        </p:txBody>
      </p:sp>
      <p:sp>
        <p:nvSpPr>
          <p:cNvPr id="4" name="Date Placeholder 3">
            <a:extLst>
              <a:ext uri="{FF2B5EF4-FFF2-40B4-BE49-F238E27FC236}">
                <a16:creationId xmlns:a16="http://schemas.microsoft.com/office/drawing/2014/main" id="{80A35E87-3A06-CE55-4A6D-3951614BDC5E}"/>
              </a:ext>
            </a:extLst>
          </p:cNvPr>
          <p:cNvSpPr>
            <a:spLocks noGrp="1"/>
          </p:cNvSpPr>
          <p:nvPr>
            <p:ph type="dt" sz="half" idx="10"/>
          </p:nvPr>
        </p:nvSpPr>
        <p:spPr/>
        <p:txBody>
          <a:bodyPr/>
          <a:lstStyle/>
          <a:p>
            <a:fld id="{403F6159-7C2D-49AA-BA55-C4F81030DC8C}" type="datetime1">
              <a:rPr lang="en-US" smtClean="0"/>
              <a:pPr/>
              <a:t>10/7/2026</a:t>
            </a:fld>
            <a:endParaRPr lang="en-US" i="1"/>
          </a:p>
        </p:txBody>
      </p:sp>
      <p:grpSp>
        <p:nvGrpSpPr>
          <p:cNvPr id="18" name="Group 17">
            <a:extLst>
              <a:ext uri="{FF2B5EF4-FFF2-40B4-BE49-F238E27FC236}">
                <a16:creationId xmlns:a16="http://schemas.microsoft.com/office/drawing/2014/main" id="{D927E6F9-2F29-7CBE-8534-8B1EA79C1575}"/>
              </a:ext>
            </a:extLst>
          </p:cNvPr>
          <p:cNvGrpSpPr/>
          <p:nvPr/>
        </p:nvGrpSpPr>
        <p:grpSpPr>
          <a:xfrm>
            <a:off x="847898" y="1794668"/>
            <a:ext cx="3312685" cy="1634332"/>
            <a:chOff x="6707848" y="1623218"/>
            <a:chExt cx="3312685" cy="1634332"/>
          </a:xfrm>
        </p:grpSpPr>
        <p:sp>
          <p:nvSpPr>
            <p:cNvPr id="17" name="Rectangle 16">
              <a:extLst>
                <a:ext uri="{FF2B5EF4-FFF2-40B4-BE49-F238E27FC236}">
                  <a16:creationId xmlns:a16="http://schemas.microsoft.com/office/drawing/2014/main" id="{5EF1351A-5290-CE3E-0127-3A0D62E96804}"/>
                </a:ext>
              </a:extLst>
            </p:cNvPr>
            <p:cNvSpPr/>
            <p:nvPr/>
          </p:nvSpPr>
          <p:spPr>
            <a:xfrm>
              <a:off x="6707848" y="1623218"/>
              <a:ext cx="3312685" cy="1634332"/>
            </a:xfrm>
            <a:prstGeom prst="rect">
              <a:avLst/>
            </a:prstGeom>
            <a:solidFill>
              <a:srgbClr val="6A97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000" b="1" dirty="0">
                  <a:latin typeface="Noto Sans" panose="020B0502040504020204" pitchFamily="34" charset="0"/>
                  <a:ea typeface="Noto Sans" panose="020B0502040504020204" pitchFamily="34" charset="0"/>
                  <a:cs typeface="Noto Sans" panose="020B0502040504020204" pitchFamily="34" charset="0"/>
                </a:rPr>
                <a:t>Making a model</a:t>
              </a:r>
            </a:p>
          </p:txBody>
        </p:sp>
        <p:pic>
          <p:nvPicPr>
            <p:cNvPr id="6" name="Graphic 5">
              <a:extLst>
                <a:ext uri="{FF2B5EF4-FFF2-40B4-BE49-F238E27FC236}">
                  <a16:creationId xmlns:a16="http://schemas.microsoft.com/office/drawing/2014/main" id="{F918D191-BBE8-B27A-D558-FA6B3335DE9B}"/>
                </a:ext>
              </a:extLst>
            </p:cNvPr>
            <p:cNvPicPr>
              <a:picLocks noChangeAspect="1"/>
            </p:cNvPicPr>
            <p:nvPr/>
          </p:nvPicPr>
          <p:blipFill rotWithShape="1">
            <a:blip>
              <a:extLst>
                <a:ext uri="{96DAC541-7B7A-43D3-8B79-37D633B846F1}">
                  <asvg:svgBlip xmlns:asvg="http://schemas.microsoft.com/office/drawing/2016/SVG/main" r:embed="rId2"/>
                </a:ext>
              </a:extLst>
            </a:blip>
            <a:srcRect t="22055" b="17772"/>
            <a:stretch>
              <a:fillRect/>
            </a:stretch>
          </p:blipFill>
          <p:spPr>
            <a:xfrm>
              <a:off x="7214909" y="1623218"/>
              <a:ext cx="2239988" cy="1372794"/>
            </a:xfrm>
            <a:prstGeom prst="rect">
              <a:avLst/>
            </a:prstGeom>
          </p:spPr>
        </p:pic>
      </p:grpSp>
      <p:grpSp>
        <p:nvGrpSpPr>
          <p:cNvPr id="22" name="Group 21">
            <a:extLst>
              <a:ext uri="{FF2B5EF4-FFF2-40B4-BE49-F238E27FC236}">
                <a16:creationId xmlns:a16="http://schemas.microsoft.com/office/drawing/2014/main" id="{4C101C61-3F04-F5E8-06D4-84ADA3A47234}"/>
              </a:ext>
            </a:extLst>
          </p:cNvPr>
          <p:cNvGrpSpPr/>
          <p:nvPr/>
        </p:nvGrpSpPr>
        <p:grpSpPr>
          <a:xfrm>
            <a:off x="4160583" y="1738932"/>
            <a:ext cx="3312685" cy="1690068"/>
            <a:chOff x="7848600" y="3147108"/>
            <a:chExt cx="3312685" cy="1690068"/>
          </a:xfrm>
        </p:grpSpPr>
        <p:sp>
          <p:nvSpPr>
            <p:cNvPr id="20" name="Rectangle 19">
              <a:extLst>
                <a:ext uri="{FF2B5EF4-FFF2-40B4-BE49-F238E27FC236}">
                  <a16:creationId xmlns:a16="http://schemas.microsoft.com/office/drawing/2014/main" id="{8FB045D5-01EB-3ADB-3C1B-6E823E753A20}"/>
                </a:ext>
              </a:extLst>
            </p:cNvPr>
            <p:cNvSpPr/>
            <p:nvPr/>
          </p:nvSpPr>
          <p:spPr>
            <a:xfrm>
              <a:off x="7848600" y="3202844"/>
              <a:ext cx="3312685" cy="1634332"/>
            </a:xfrm>
            <a:prstGeom prst="rect">
              <a:avLst/>
            </a:prstGeom>
            <a:solidFill>
              <a:srgbClr val="4D6F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000" b="1" dirty="0">
                  <a:latin typeface="Noto Sans" panose="020B0502040504020204" pitchFamily="34" charset="0"/>
                  <a:ea typeface="Noto Sans" panose="020B0502040504020204" pitchFamily="34" charset="0"/>
                  <a:cs typeface="Noto Sans" panose="020B0502040504020204" pitchFamily="34" charset="0"/>
                </a:rPr>
                <a:t>Categorical contrasts</a:t>
              </a:r>
            </a:p>
          </p:txBody>
        </p:sp>
        <p:pic>
          <p:nvPicPr>
            <p:cNvPr id="8" name="Picture 7">
              <a:extLst>
                <a:ext uri="{FF2B5EF4-FFF2-40B4-BE49-F238E27FC236}">
                  <a16:creationId xmlns:a16="http://schemas.microsoft.com/office/drawing/2014/main" id="{4C7D6A25-4C4E-006C-7B64-DECD331679E0}"/>
                </a:ext>
              </a:extLst>
            </p:cNvPr>
            <p:cNvPicPr>
              <a:picLocks noChangeAspect="1"/>
            </p:cNvPicPr>
            <p:nvPr/>
          </p:nvPicPr>
          <p:blipFill rotWithShape="1">
            <a:blip>
              <a:extLst>
                <a:ext uri="{96DAC541-7B7A-43D3-8B79-37D633B846F1}">
                  <asvg:svgBlip xmlns:asvg="http://schemas.microsoft.com/office/drawing/2016/SVG/main" r:embed="rId3"/>
                </a:ext>
              </a:extLst>
            </a:blip>
            <a:srcRect l="-4186" r="40582"/>
            <a:stretch>
              <a:fillRect/>
            </a:stretch>
          </p:blipFill>
          <p:spPr>
            <a:xfrm>
              <a:off x="8921096" y="3147108"/>
              <a:ext cx="1360228" cy="1321531"/>
            </a:xfrm>
            <a:prstGeom prst="rect">
              <a:avLst/>
            </a:prstGeom>
          </p:spPr>
        </p:pic>
      </p:grpSp>
      <p:grpSp>
        <p:nvGrpSpPr>
          <p:cNvPr id="26" name="Group 25">
            <a:extLst>
              <a:ext uri="{FF2B5EF4-FFF2-40B4-BE49-F238E27FC236}">
                <a16:creationId xmlns:a16="http://schemas.microsoft.com/office/drawing/2014/main" id="{5679FA96-803D-2337-83BF-23C7F09F46AA}"/>
              </a:ext>
            </a:extLst>
          </p:cNvPr>
          <p:cNvGrpSpPr/>
          <p:nvPr/>
        </p:nvGrpSpPr>
        <p:grpSpPr>
          <a:xfrm>
            <a:off x="7473268" y="1794668"/>
            <a:ext cx="3312685" cy="1634332"/>
            <a:chOff x="7738874" y="2107469"/>
            <a:chExt cx="3312685" cy="1634332"/>
          </a:xfrm>
        </p:grpSpPr>
        <p:sp>
          <p:nvSpPr>
            <p:cNvPr id="24" name="Rectangle 23">
              <a:extLst>
                <a:ext uri="{FF2B5EF4-FFF2-40B4-BE49-F238E27FC236}">
                  <a16:creationId xmlns:a16="http://schemas.microsoft.com/office/drawing/2014/main" id="{AD8B2F75-1F40-AB84-E1DE-A5DA0B6793B4}"/>
                </a:ext>
              </a:extLst>
            </p:cNvPr>
            <p:cNvSpPr/>
            <p:nvPr/>
          </p:nvSpPr>
          <p:spPr>
            <a:xfrm>
              <a:off x="7738874" y="2107469"/>
              <a:ext cx="3312685" cy="1634332"/>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000" b="1" dirty="0">
                  <a:latin typeface="Noto Sans" panose="020B0502040504020204" pitchFamily="34" charset="0"/>
                  <a:ea typeface="Noto Sans" panose="020B0502040504020204" pitchFamily="34" charset="0"/>
                  <a:cs typeface="Noto Sans" panose="020B0502040504020204" pitchFamily="34" charset="0"/>
                </a:rPr>
                <a:t>Marginal effects</a:t>
              </a:r>
            </a:p>
          </p:txBody>
        </p:sp>
        <p:pic>
          <p:nvPicPr>
            <p:cNvPr id="25" name="Picture 7">
              <a:extLst>
                <a:ext uri="{FF2B5EF4-FFF2-40B4-BE49-F238E27FC236}">
                  <a16:creationId xmlns:a16="http://schemas.microsoft.com/office/drawing/2014/main" id="{2DE254B9-8B8F-7C72-AAF7-AC23523A0B97}"/>
                </a:ext>
              </a:extLst>
            </p:cNvPr>
            <p:cNvPicPr>
              <a:picLocks noChangeAspect="1"/>
            </p:cNvPicPr>
            <p:nvPr/>
          </p:nvPicPr>
          <p:blipFill rotWithShape="1">
            <a:blip>
              <a:extLst>
                <a:ext uri="{96DAC541-7B7A-43D3-8B79-37D633B846F1}">
                  <asvg:svgBlip xmlns:asvg="http://schemas.microsoft.com/office/drawing/2016/SVG/main" r:embed="rId3"/>
                </a:ext>
              </a:extLst>
            </a:blip>
            <a:srcRect l="81121" t="102" r="840" b="-102"/>
            <a:stretch>
              <a:fillRect/>
            </a:stretch>
          </p:blipFill>
          <p:spPr>
            <a:xfrm rot="16200000">
              <a:off x="9024068" y="1465830"/>
              <a:ext cx="792460" cy="2714777"/>
            </a:xfrm>
            <a:prstGeom prst="rect">
              <a:avLst/>
            </a:prstGeom>
          </p:spPr>
        </p:pic>
      </p:grpSp>
      <p:grpSp>
        <p:nvGrpSpPr>
          <p:cNvPr id="34" name="Group 33">
            <a:extLst>
              <a:ext uri="{FF2B5EF4-FFF2-40B4-BE49-F238E27FC236}">
                <a16:creationId xmlns:a16="http://schemas.microsoft.com/office/drawing/2014/main" id="{2CE96A8D-0238-F189-85EF-CFD349B53F62}"/>
              </a:ext>
            </a:extLst>
          </p:cNvPr>
          <p:cNvGrpSpPr/>
          <p:nvPr/>
        </p:nvGrpSpPr>
        <p:grpSpPr>
          <a:xfrm>
            <a:off x="847898" y="3429000"/>
            <a:ext cx="3312685" cy="1634332"/>
            <a:chOff x="7207364" y="1788318"/>
            <a:chExt cx="3312685" cy="1634332"/>
          </a:xfrm>
        </p:grpSpPr>
        <p:sp>
          <p:nvSpPr>
            <p:cNvPr id="28" name="Rectangle 27">
              <a:extLst>
                <a:ext uri="{FF2B5EF4-FFF2-40B4-BE49-F238E27FC236}">
                  <a16:creationId xmlns:a16="http://schemas.microsoft.com/office/drawing/2014/main" id="{6D0E66CA-B765-370B-83F0-9217B848AC40}"/>
                </a:ext>
              </a:extLst>
            </p:cNvPr>
            <p:cNvSpPr/>
            <p:nvPr/>
          </p:nvSpPr>
          <p:spPr>
            <a:xfrm>
              <a:off x="7207364" y="1788318"/>
              <a:ext cx="3312685" cy="1634332"/>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000" b="1" dirty="0">
                  <a:latin typeface="Noto Sans" panose="020B0502040504020204" pitchFamily="34" charset="0"/>
                  <a:ea typeface="Noto Sans" panose="020B0502040504020204" pitchFamily="34" charset="0"/>
                  <a:cs typeface="Noto Sans" panose="020B0502040504020204" pitchFamily="34" charset="0"/>
                </a:rPr>
                <a:t>Implementation</a:t>
              </a:r>
            </a:p>
          </p:txBody>
        </p:sp>
        <p:pic>
          <p:nvPicPr>
            <p:cNvPr id="13" name="Graphic 12">
              <a:extLst>
                <a:ext uri="{FF2B5EF4-FFF2-40B4-BE49-F238E27FC236}">
                  <a16:creationId xmlns:a16="http://schemas.microsoft.com/office/drawing/2014/main" id="{D06AA633-A937-82E7-A019-A92A7BE95E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31419" y="1854200"/>
              <a:ext cx="1664577" cy="1181100"/>
            </a:xfrm>
            <a:prstGeom prst="rect">
              <a:avLst/>
            </a:prstGeom>
          </p:spPr>
        </p:pic>
        <p:pic>
          <p:nvPicPr>
            <p:cNvPr id="31" name="Graphic 30">
              <a:extLst>
                <a:ext uri="{FF2B5EF4-FFF2-40B4-BE49-F238E27FC236}">
                  <a16:creationId xmlns:a16="http://schemas.microsoft.com/office/drawing/2014/main" id="{4420311F-38FB-02E4-90D8-C101B4E931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01892" y="2252601"/>
              <a:ext cx="602097" cy="695917"/>
            </a:xfrm>
            <a:prstGeom prst="rect">
              <a:avLst/>
            </a:prstGeom>
          </p:spPr>
        </p:pic>
        <p:pic>
          <p:nvPicPr>
            <p:cNvPr id="33" name="Graphic 32">
              <a:extLst>
                <a:ext uri="{FF2B5EF4-FFF2-40B4-BE49-F238E27FC236}">
                  <a16:creationId xmlns:a16="http://schemas.microsoft.com/office/drawing/2014/main" id="{0338F278-4FC1-93FC-72B4-36021A548A1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83973" y="2400300"/>
              <a:ext cx="519213" cy="400050"/>
            </a:xfrm>
            <a:prstGeom prst="rect">
              <a:avLst/>
            </a:prstGeom>
          </p:spPr>
        </p:pic>
      </p:grpSp>
      <p:sp>
        <p:nvSpPr>
          <p:cNvPr id="38" name="Rectangle 37">
            <a:extLst>
              <a:ext uri="{FF2B5EF4-FFF2-40B4-BE49-F238E27FC236}">
                <a16:creationId xmlns:a16="http://schemas.microsoft.com/office/drawing/2014/main" id="{0C2375B9-1966-7F6B-B893-A8F1F33DECEF}"/>
              </a:ext>
            </a:extLst>
          </p:cNvPr>
          <p:cNvSpPr/>
          <p:nvPr/>
        </p:nvSpPr>
        <p:spPr>
          <a:xfrm>
            <a:off x="4160583" y="3429000"/>
            <a:ext cx="3312685" cy="1634332"/>
          </a:xfrm>
          <a:prstGeom prst="rect">
            <a:avLst/>
          </a:prstGeom>
          <a:solidFill>
            <a:srgbClr val="6A97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000" b="1" dirty="0">
                <a:latin typeface="Noto Sans" panose="020B0502040504020204" pitchFamily="34" charset="0"/>
                <a:ea typeface="Noto Sans" panose="020B0502040504020204" pitchFamily="34" charset="0"/>
                <a:cs typeface="Noto Sans" panose="020B0502040504020204" pitchFamily="34" charset="0"/>
              </a:rPr>
              <a:t>Extras</a:t>
            </a:r>
          </a:p>
        </p:txBody>
      </p:sp>
      <p:pic>
        <p:nvPicPr>
          <p:cNvPr id="43" name="Graphic 42">
            <a:extLst>
              <a:ext uri="{FF2B5EF4-FFF2-40B4-BE49-F238E27FC236}">
                <a16:creationId xmlns:a16="http://schemas.microsoft.com/office/drawing/2014/main" id="{9745E8D9-E13B-D625-BDA1-69BCE778F5F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42583" y="3545836"/>
            <a:ext cx="2141220" cy="1130146"/>
          </a:xfrm>
          <a:prstGeom prst="rect">
            <a:avLst/>
          </a:prstGeom>
        </p:spPr>
      </p:pic>
    </p:spTree>
    <p:extLst>
      <p:ext uri="{BB962C8B-B14F-4D97-AF65-F5344CB8AC3E}">
        <p14:creationId xmlns:p14="http://schemas.microsoft.com/office/powerpoint/2010/main" val="2153493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1125B1-7FE5-EECA-2997-4201413F6DAF}"/>
              </a:ext>
            </a:extLst>
          </p:cNvPr>
          <p:cNvSpPr>
            <a:spLocks noGrp="1"/>
          </p:cNvSpPr>
          <p:nvPr>
            <p:ph idx="1"/>
          </p:nvPr>
        </p:nvSpPr>
        <p:spPr/>
        <p:txBody>
          <a:bodyPr/>
          <a:lstStyle/>
          <a:p>
            <a:r>
              <a:rPr lang="en-US" dirty="0"/>
              <a:t>As researchers, we create models to make sense of how events and encounters are related to each other</a:t>
            </a:r>
          </a:p>
          <a:p>
            <a:r>
              <a:rPr lang="en-US" dirty="0"/>
              <a:t>Sometimes it is simple, we record information about how individuals respond to encountering the </a:t>
            </a:r>
            <a:r>
              <a:rPr lang="en-US" b="1" dirty="0"/>
              <a:t>presence or absence</a:t>
            </a:r>
            <a:r>
              <a:rPr lang="en-US" dirty="0"/>
              <a:t> of a single event or </a:t>
            </a:r>
            <a:r>
              <a:rPr lang="en-US" b="1" dirty="0"/>
              <a:t>gradient</a:t>
            </a:r>
            <a:r>
              <a:rPr lang="en-US" dirty="0"/>
              <a:t> of that event</a:t>
            </a:r>
          </a:p>
          <a:p>
            <a:pPr lvl="1"/>
            <a:r>
              <a:rPr lang="en-US" dirty="0"/>
              <a:t>Like gradient of drug doses, presence of CS+ or absence of CS+, etc.</a:t>
            </a:r>
          </a:p>
          <a:p>
            <a:endParaRPr lang="en-US" dirty="0"/>
          </a:p>
        </p:txBody>
      </p:sp>
      <p:sp>
        <p:nvSpPr>
          <p:cNvPr id="3" name="Title 2">
            <a:extLst>
              <a:ext uri="{FF2B5EF4-FFF2-40B4-BE49-F238E27FC236}">
                <a16:creationId xmlns:a16="http://schemas.microsoft.com/office/drawing/2014/main" id="{54075E60-037E-B47A-6726-C1808ABACB3B}"/>
              </a:ext>
            </a:extLst>
          </p:cNvPr>
          <p:cNvSpPr>
            <a:spLocks noGrp="1"/>
          </p:cNvSpPr>
          <p:nvPr>
            <p:ph type="ctrTitle"/>
          </p:nvPr>
        </p:nvSpPr>
        <p:spPr/>
        <p:txBody>
          <a:bodyPr/>
          <a:lstStyle/>
          <a:p>
            <a:r>
              <a:rPr lang="en-US" dirty="0"/>
              <a:t>Events and encounters</a:t>
            </a:r>
          </a:p>
        </p:txBody>
      </p:sp>
      <p:sp>
        <p:nvSpPr>
          <p:cNvPr id="4" name="Date Placeholder 3">
            <a:extLst>
              <a:ext uri="{FF2B5EF4-FFF2-40B4-BE49-F238E27FC236}">
                <a16:creationId xmlns:a16="http://schemas.microsoft.com/office/drawing/2014/main" id="{0DB794F4-DAAA-77C8-836C-3DDE43E99733}"/>
              </a:ext>
            </a:extLst>
          </p:cNvPr>
          <p:cNvSpPr>
            <a:spLocks noGrp="1"/>
          </p:cNvSpPr>
          <p:nvPr>
            <p:ph type="dt" sz="half" idx="10"/>
          </p:nvPr>
        </p:nvSpPr>
        <p:spPr/>
        <p:txBody>
          <a:bodyPr/>
          <a:lstStyle/>
          <a:p>
            <a:fld id="{403F6159-7C2D-49AA-BA55-C4F81030DC8C}" type="datetime1">
              <a:rPr lang="en-US" smtClean="0"/>
              <a:pPr/>
              <a:t>10/7/2026</a:t>
            </a:fld>
            <a:endParaRPr lang="en-US" i="1"/>
          </a:p>
        </p:txBody>
      </p:sp>
    </p:spTree>
    <p:extLst>
      <p:ext uri="{BB962C8B-B14F-4D97-AF65-F5344CB8AC3E}">
        <p14:creationId xmlns:p14="http://schemas.microsoft.com/office/powerpoint/2010/main" val="19441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nline Image Placeholder 6">
            <a:extLst>
              <a:ext uri="{FF2B5EF4-FFF2-40B4-BE49-F238E27FC236}">
                <a16:creationId xmlns:a16="http://schemas.microsoft.com/office/drawing/2014/main" id="{033E5797-551B-C752-8D64-CBA433852F19}"/>
              </a:ext>
            </a:extLst>
          </p:cNvPr>
          <p:cNvPicPr>
            <a:picLocks noGrp="1" noChangeAspect="1"/>
          </p:cNvPicPr>
          <p:nvPr>
            <p:ph type="clipArt" sz="quarter" idx="13"/>
          </p:nvPr>
        </p:nvPicPr>
        <p:blipFill>
          <a:blip r:embed="rId2">
            <a:extLst>
              <a:ext uri="{28A0092B-C50C-407E-A947-70E740481C1C}">
                <a14:useLocalDpi xmlns:a14="http://schemas.microsoft.com/office/drawing/2010/main" val="0"/>
              </a:ext>
            </a:extLst>
          </a:blip>
          <a:stretch>
            <a:fillRect/>
          </a:stretch>
        </p:blipFill>
        <p:spPr>
          <a:xfrm>
            <a:off x="3333924" y="1523205"/>
            <a:ext cx="4617260" cy="4557712"/>
          </a:xfrm>
          <a:prstGeom prst="rect">
            <a:avLst/>
          </a:prstGeom>
        </p:spPr>
      </p:pic>
      <p:sp>
        <p:nvSpPr>
          <p:cNvPr id="3" name="Title 2">
            <a:extLst>
              <a:ext uri="{FF2B5EF4-FFF2-40B4-BE49-F238E27FC236}">
                <a16:creationId xmlns:a16="http://schemas.microsoft.com/office/drawing/2014/main" id="{79AD8F89-563F-B636-0D56-198AFD5DCAB4}"/>
              </a:ext>
            </a:extLst>
          </p:cNvPr>
          <p:cNvSpPr>
            <a:spLocks noGrp="1"/>
          </p:cNvSpPr>
          <p:nvPr>
            <p:ph type="ctrTitle"/>
          </p:nvPr>
        </p:nvSpPr>
        <p:spPr/>
        <p:txBody>
          <a:bodyPr/>
          <a:lstStyle/>
          <a:p>
            <a:r>
              <a:rPr lang="en-US" dirty="0"/>
              <a:t>Simple model</a:t>
            </a:r>
          </a:p>
        </p:txBody>
      </p:sp>
      <p:sp>
        <p:nvSpPr>
          <p:cNvPr id="4" name="Date Placeholder 3">
            <a:extLst>
              <a:ext uri="{FF2B5EF4-FFF2-40B4-BE49-F238E27FC236}">
                <a16:creationId xmlns:a16="http://schemas.microsoft.com/office/drawing/2014/main" id="{E109835A-2A53-C4AF-7B81-FBAAEF33EFCD}"/>
              </a:ext>
            </a:extLst>
          </p:cNvPr>
          <p:cNvSpPr>
            <a:spLocks noGrp="1"/>
          </p:cNvSpPr>
          <p:nvPr>
            <p:ph type="dt" sz="half" idx="10"/>
          </p:nvPr>
        </p:nvSpPr>
        <p:spPr/>
        <p:txBody>
          <a:bodyPr/>
          <a:lstStyle/>
          <a:p>
            <a:fld id="{403F6159-7C2D-49AA-BA55-C4F81030DC8C}" type="datetime1">
              <a:rPr lang="en-US" smtClean="0"/>
              <a:pPr/>
              <a:t>10/7/2026</a:t>
            </a:fld>
            <a:endParaRPr lang="en-US" i="1"/>
          </a:p>
        </p:txBody>
      </p:sp>
      <p:grpSp>
        <p:nvGrpSpPr>
          <p:cNvPr id="12" name="Group 11">
            <a:extLst>
              <a:ext uri="{FF2B5EF4-FFF2-40B4-BE49-F238E27FC236}">
                <a16:creationId xmlns:a16="http://schemas.microsoft.com/office/drawing/2014/main" id="{4EB553BB-FA7A-D73A-E50B-0FC5D13F7F5E}"/>
              </a:ext>
            </a:extLst>
          </p:cNvPr>
          <p:cNvGrpSpPr/>
          <p:nvPr/>
        </p:nvGrpSpPr>
        <p:grpSpPr>
          <a:xfrm>
            <a:off x="1105467" y="3077113"/>
            <a:ext cx="9981065" cy="2904013"/>
            <a:chOff x="-1122990" y="3054096"/>
            <a:chExt cx="9981065" cy="2904013"/>
          </a:xfrm>
        </p:grpSpPr>
        <p:sp>
          <p:nvSpPr>
            <p:cNvPr id="5" name="TextBox 4">
              <a:extLst>
                <a:ext uri="{FF2B5EF4-FFF2-40B4-BE49-F238E27FC236}">
                  <a16:creationId xmlns:a16="http://schemas.microsoft.com/office/drawing/2014/main" id="{943FF4C9-8A6B-8A6F-0264-6413C2100360}"/>
                </a:ext>
              </a:extLst>
            </p:cNvPr>
            <p:cNvSpPr txBox="1"/>
            <p:nvPr/>
          </p:nvSpPr>
          <p:spPr>
            <a:xfrm>
              <a:off x="-1122990" y="5127112"/>
              <a:ext cx="9981065" cy="830997"/>
            </a:xfrm>
            <a:prstGeom prst="rect">
              <a:avLst/>
            </a:prstGeom>
            <a:solidFill>
              <a:srgbClr val="6A9741"/>
            </a:solidFill>
          </p:spPr>
          <p:txBody>
            <a:bodyPr wrap="square" rtlCol="0" anchor="ctr">
              <a:spAutoFit/>
            </a:bodyPr>
            <a:lstStyle/>
            <a:p>
              <a:pPr algn="ctr"/>
              <a:r>
                <a:rPr lang="en-US" sz="2400" b="1" dirty="0">
                  <a:latin typeface="Noto Sans" panose="020B0502040504020204" pitchFamily="34" charset="0"/>
                  <a:ea typeface="Noto Sans" panose="020B0502040504020204" pitchFamily="34" charset="0"/>
                  <a:cs typeface="Noto Sans" panose="020B0502040504020204" pitchFamily="34" charset="0"/>
                </a:rPr>
                <a:t>Effect of drug dose on reaction remains constant across doses, equal to </a:t>
              </a:r>
              <a:r>
                <a:rPr lang="el-GR" sz="2400" b="1" dirty="0">
                  <a:latin typeface="Noto Sans" panose="020B0502040504020204" pitchFamily="34" charset="0"/>
                  <a:ea typeface="Noto Sans" panose="020B0502040504020204" pitchFamily="34" charset="0"/>
                  <a:cs typeface="Noto Sans" panose="020B0502040504020204" pitchFamily="34" charset="0"/>
                </a:rPr>
                <a:t>β</a:t>
              </a:r>
              <a:r>
                <a:rPr lang="en-US" sz="2400" b="1" dirty="0">
                  <a:latin typeface="Noto Sans" panose="020B0502040504020204" pitchFamily="34" charset="0"/>
                  <a:ea typeface="Noto Sans" panose="020B0502040504020204" pitchFamily="34" charset="0"/>
                  <a:cs typeface="Noto Sans" panose="020B0502040504020204" pitchFamily="34" charset="0"/>
                </a:rPr>
                <a:t> (slope)</a:t>
              </a:r>
            </a:p>
          </p:txBody>
        </p:sp>
        <p:cxnSp>
          <p:nvCxnSpPr>
            <p:cNvPr id="9" name="Straight Connector 8">
              <a:extLst>
                <a:ext uri="{FF2B5EF4-FFF2-40B4-BE49-F238E27FC236}">
                  <a16:creationId xmlns:a16="http://schemas.microsoft.com/office/drawing/2014/main" id="{10121423-6972-64E8-F203-D33AFEFCFDBD}"/>
                </a:ext>
              </a:extLst>
            </p:cNvPr>
            <p:cNvCxnSpPr>
              <a:cxnSpLocks/>
            </p:cNvCxnSpPr>
            <p:nvPr/>
          </p:nvCxnSpPr>
          <p:spPr>
            <a:xfrm flipV="1">
              <a:off x="2990088" y="3054096"/>
              <a:ext cx="1645920" cy="1152144"/>
            </a:xfrm>
            <a:prstGeom prst="line">
              <a:avLst/>
            </a:prstGeom>
            <a:ln w="57150">
              <a:solidFill>
                <a:srgbClr val="6A974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12969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FE51F1-D739-71B0-A5C5-78469FF0EC45}"/>
              </a:ext>
            </a:extLst>
          </p:cNvPr>
          <p:cNvSpPr>
            <a:spLocks noGrp="1"/>
          </p:cNvSpPr>
          <p:nvPr>
            <p:ph idx="1"/>
          </p:nvPr>
        </p:nvSpPr>
        <p:spPr/>
        <p:txBody>
          <a:bodyPr/>
          <a:lstStyle/>
          <a:p>
            <a:r>
              <a:rPr lang="en-US" dirty="0"/>
              <a:t>A harder scenario is a non-linear model, where the effect of x on y changes across values of x</a:t>
            </a:r>
          </a:p>
          <a:p>
            <a:r>
              <a:rPr lang="en-US" dirty="0"/>
              <a:t>A single β slope no longer tells us exactly what is happening</a:t>
            </a:r>
          </a:p>
          <a:p>
            <a:pPr lvl="1"/>
            <a:endParaRPr lang="en-US" dirty="0"/>
          </a:p>
        </p:txBody>
      </p:sp>
      <p:sp>
        <p:nvSpPr>
          <p:cNvPr id="3" name="Title 2">
            <a:extLst>
              <a:ext uri="{FF2B5EF4-FFF2-40B4-BE49-F238E27FC236}">
                <a16:creationId xmlns:a16="http://schemas.microsoft.com/office/drawing/2014/main" id="{C12BF7F7-F56C-DA0C-086A-AA07040EF789}"/>
              </a:ext>
            </a:extLst>
          </p:cNvPr>
          <p:cNvSpPr>
            <a:spLocks noGrp="1"/>
          </p:cNvSpPr>
          <p:nvPr>
            <p:ph type="ctrTitle"/>
          </p:nvPr>
        </p:nvSpPr>
        <p:spPr/>
        <p:txBody>
          <a:bodyPr/>
          <a:lstStyle/>
          <a:p>
            <a:r>
              <a:rPr lang="en-US" dirty="0"/>
              <a:t>More complexity</a:t>
            </a:r>
          </a:p>
        </p:txBody>
      </p:sp>
      <p:sp>
        <p:nvSpPr>
          <p:cNvPr id="4" name="Date Placeholder 3">
            <a:extLst>
              <a:ext uri="{FF2B5EF4-FFF2-40B4-BE49-F238E27FC236}">
                <a16:creationId xmlns:a16="http://schemas.microsoft.com/office/drawing/2014/main" id="{5FE933C4-E31F-D1E1-F581-943ECA5673CD}"/>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5" name="Online Image Placeholder 4">
            <a:extLst>
              <a:ext uri="{FF2B5EF4-FFF2-40B4-BE49-F238E27FC236}">
                <a16:creationId xmlns:a16="http://schemas.microsoft.com/office/drawing/2014/main" id="{66196B65-6F30-0B27-0932-9521D8974552}"/>
              </a:ext>
            </a:extLst>
          </p:cNvPr>
          <p:cNvSpPr>
            <a:spLocks noGrp="1"/>
          </p:cNvSpPr>
          <p:nvPr>
            <p:ph type="clipArt" sz="quarter" idx="12"/>
          </p:nvPr>
        </p:nvSpPr>
        <p:spPr/>
        <p:txBody>
          <a:bodyPr/>
          <a:lstStyle/>
          <a:p>
            <a:endParaRPr lang="en-US"/>
          </a:p>
        </p:txBody>
      </p:sp>
      <p:pic>
        <p:nvPicPr>
          <p:cNvPr id="6" name="slope_animation">
            <a:hlinkClick r:id="" action="ppaction://media"/>
            <a:extLst>
              <a:ext uri="{FF2B5EF4-FFF2-40B4-BE49-F238E27FC236}">
                <a16:creationId xmlns:a16="http://schemas.microsoft.com/office/drawing/2014/main" id="{66B268C9-119E-F88E-46A5-6AAABD8DDC7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535737" y="1622425"/>
            <a:ext cx="4378324" cy="4378324"/>
          </a:xfrm>
          <a:prstGeom prst="rect">
            <a:avLst/>
          </a:prstGeom>
        </p:spPr>
      </p:pic>
    </p:spTree>
    <p:extLst>
      <p:ext uri="{BB962C8B-B14F-4D97-AF65-F5344CB8AC3E}">
        <p14:creationId xmlns:p14="http://schemas.microsoft.com/office/powerpoint/2010/main" val="246345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2200" fill="hold"/>
                                        <p:tgtEl>
                                          <p:spTgt spid="6"/>
                                        </p:tgtEl>
                                      </p:cBhvr>
                                    </p:cmd>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6"/>
                </p:tgtEl>
              </p:cMediaNode>
            </p:video>
            <p:seq concurrent="1" nextAc="seek">
              <p:cTn id="16" restart="whenNotActive" fill="hold" evtFilter="cancelBubble" nodeType="interactiveSeq">
                <p:stCondLst>
                  <p:cond evt="onClick" delay="0">
                    <p:tgtEl>
                      <p:spTgt spid="6"/>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6"/>
                                        </p:tgtEl>
                                      </p:cBhvr>
                                    </p:cmd>
                                  </p:childTnLst>
                                </p:cTn>
                              </p:par>
                            </p:childTnLst>
                          </p:cTn>
                        </p:par>
                      </p:childTnLst>
                    </p:cTn>
                  </p:par>
                </p:childTnLst>
              </p:cTn>
              <p:nextCondLst>
                <p:cond evt="onClick" delay="0">
                  <p:tgtEl>
                    <p:spTgt spid="6"/>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91AE8A0-DCC2-A518-73F3-9821CBC9C21C}"/>
                  </a:ext>
                </a:extLst>
              </p:cNvPr>
              <p:cNvSpPr>
                <a:spLocks noGrp="1"/>
              </p:cNvSpPr>
              <p:nvPr>
                <p:ph idx="1"/>
              </p:nvPr>
            </p:nvSpPr>
            <p:spPr/>
            <p:txBody>
              <a:bodyPr>
                <a:normAutofit/>
              </a:bodyPr>
              <a:lstStyle/>
              <a:p>
                <a:r>
                  <a:rPr lang="en-US" dirty="0"/>
                  <a:t>The models we use are often</a:t>
                </a:r>
              </a:p>
              <a:p>
                <a:pPr lvl="1"/>
                <a:r>
                  <a:rPr lang="en-US" b="1" dirty="0"/>
                  <a:t>Generalized</a:t>
                </a:r>
                <a:r>
                  <a:rPr lang="en-US" dirty="0"/>
                  <a:t> LMs (model non-continuous/normal outcomes)</a:t>
                </a:r>
              </a:p>
              <a:p>
                <a:pPr lvl="1"/>
                <a:r>
                  <a:rPr lang="en-US" dirty="0"/>
                  <a:t>Contain several predictors and their interactions, both categorical and continuous</a:t>
                </a:r>
              </a:p>
              <a:p>
                <a:pPr lvl="1"/>
                <a:r>
                  <a:rPr lang="en-US" dirty="0"/>
                  <a:t>Contain grouped observations (repeated measures of the same subjects/stimuli)</a:t>
                </a:r>
                <a:endParaRPr lang="en-US" b="0" i="1" dirty="0">
                  <a:latin typeface="Cambria Math" panose="02040503050406030204" pitchFamily="18" charset="0"/>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𝑅𝑒𝑎𝑐𝑡𝑖𝑜𝑛</m:t>
                        </m:r>
                        <m:r>
                          <a:rPr lang="en-US" i="1">
                            <a:latin typeface="Cambria Math" panose="02040503050406030204" pitchFamily="18" charset="0"/>
                          </a:rPr>
                          <m:t> </m:t>
                        </m:r>
                        <m:r>
                          <a:rPr lang="en-US" i="1">
                            <a:latin typeface="Cambria Math" panose="02040503050406030204" pitchFamily="18" charset="0"/>
                          </a:rPr>
                          <m:t>𝑡𝑖𝑚𝑒</m:t>
                        </m:r>
                      </m:e>
                      <m:sub>
                        <m:r>
                          <a:rPr lang="en-US" b="0" i="1" smtClean="0">
                            <a:latin typeface="Cambria Math" panose="02040503050406030204" pitchFamily="18" charset="0"/>
                          </a:rPr>
                          <m:t>𝑖</m:t>
                        </m:r>
                      </m:sub>
                    </m:sSub>
                    <m:r>
                      <a:rPr lang="en-US" b="0" i="1" smtClean="0">
                        <a:latin typeface="Cambria Math" panose="02040503050406030204" pitchFamily="18" charset="0"/>
                      </a:rPr>
                      <m:t> ~ </m:t>
                    </m:r>
                    <m:r>
                      <a:rPr lang="en-US" b="0" i="1" smtClean="0">
                        <a:latin typeface="Cambria Math" panose="02040503050406030204" pitchFamily="18" charset="0"/>
                      </a:rPr>
                      <m:t>𝐺𝑎𝑚𝑚𝑎</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rPr>
                      <m:t>𝑠ℎ𝑎𝑝𝑒</m:t>
                    </m:r>
                    <m:r>
                      <a:rPr lang="en-US" b="0" i="1" smtClean="0">
                        <a:latin typeface="Cambria Math" panose="02040503050406030204" pitchFamily="18" charset="0"/>
                      </a:rPr>
                      <m:t>)</m:t>
                    </m:r>
                  </m:oMath>
                </a14:m>
                <a:endParaRPr lang="en-US" b="0" i="1" dirty="0">
                  <a:latin typeface="Cambria Math" panose="02040503050406030204" pitchFamily="18" charset="0"/>
                </a:endParaRPr>
              </a:p>
              <a:p>
                <a:pPr lvl="1"/>
                <a14:m>
                  <m:oMath xmlns:m="http://schemas.openxmlformats.org/officeDocument/2006/math">
                    <m:sSub>
                      <m:sSubPr>
                        <m:ctrlPr>
                          <a:rPr lang="en-US" i="1" smtClean="0">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smtClean="0">
                            <a:solidFill>
                              <a:schemeClr val="tx1">
                                <a:lumMod val="65000"/>
                                <a:lumOff val="35000"/>
                              </a:schemeClr>
                            </a:solidFill>
                            <a:latin typeface="Cambria Math" panose="02040503050406030204" pitchFamily="18" charset="0"/>
                            <a:ea typeface="Cambria Math" panose="02040503050406030204" pitchFamily="18" charset="0"/>
                          </a:rPr>
                          <m:t>𝜇</m:t>
                        </m:r>
                      </m:e>
                      <m:sub>
                        <m:r>
                          <a:rPr lang="en-US" b="0" i="1" smtClean="0">
                            <a:solidFill>
                              <a:schemeClr val="tx1">
                                <a:lumMod val="65000"/>
                                <a:lumOff val="35000"/>
                              </a:schemeClr>
                            </a:solidFill>
                            <a:latin typeface="Cambria Math" panose="02040503050406030204" pitchFamily="18" charset="0"/>
                          </a:rPr>
                          <m:t>𝑖</m:t>
                        </m:r>
                      </m:sub>
                    </m:sSub>
                    <m:r>
                      <a:rPr lang="en-US" b="0" i="1" smtClean="0">
                        <a:solidFill>
                          <a:schemeClr val="tx1">
                            <a:lumMod val="65000"/>
                            <a:lumOff val="35000"/>
                          </a:schemeClr>
                        </a:solidFill>
                        <a:latin typeface="Cambria Math" panose="02040503050406030204" pitchFamily="18" charset="0"/>
                      </a:rPr>
                      <m:t>=</m:t>
                    </m:r>
                    <m:sSub>
                      <m:sSubPr>
                        <m:ctrlPr>
                          <a:rPr lang="en-US" i="1">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a:solidFill>
                              <a:schemeClr val="tx1">
                                <a:lumMod val="65000"/>
                                <a:lumOff val="35000"/>
                              </a:schemeClr>
                            </a:solidFill>
                            <a:latin typeface="Cambria Math" panose="02040503050406030204" pitchFamily="18" charset="0"/>
                            <a:ea typeface="Cambria Math" panose="02040503050406030204" pitchFamily="18" charset="0"/>
                          </a:rPr>
                          <m:t>𝛽</m:t>
                        </m:r>
                      </m:e>
                      <m: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0</m:t>
                        </m:r>
                      </m:sub>
                    </m:s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i="1">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a:solidFill>
                              <a:schemeClr val="tx1">
                                <a:lumMod val="65000"/>
                                <a:lumOff val="35000"/>
                              </a:schemeClr>
                            </a:solidFill>
                            <a:latin typeface="Cambria Math" panose="02040503050406030204" pitchFamily="18" charset="0"/>
                            <a:ea typeface="Cambria Math" panose="02040503050406030204" pitchFamily="18" charset="0"/>
                          </a:rPr>
                          <m:t>𝛽</m:t>
                        </m:r>
                      </m:e>
                      <m:sub>
                        <m:sSub>
                          <m:sSubPr>
                            <m:ctrlPr>
                              <a:rPr lang="en-US" b="0" i="1" smtClean="0">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b="0" i="1" smtClean="0">
                                <a:solidFill>
                                  <a:schemeClr val="tx1">
                                    <a:lumMod val="65000"/>
                                    <a:lumOff val="35000"/>
                                  </a:schemeClr>
                                </a:solidFill>
                                <a:latin typeface="Cambria Math" panose="02040503050406030204" pitchFamily="18" charset="0"/>
                                <a:ea typeface="Cambria Math" panose="02040503050406030204" pitchFamily="18" charset="0"/>
                              </a:rPr>
                              <m:t>0</m:t>
                            </m:r>
                          </m:e>
                          <m: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𝑠𝑢𝑏𝑗𝑒𝑐𝑡</m:t>
                            </m:r>
                          </m:sub>
                        </m:sSub>
                      </m:sub>
                    </m:s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b="0" i="1" smtClean="0">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US" i="1">
                            <a:solidFill>
                              <a:schemeClr val="tx1">
                                <a:lumMod val="65000"/>
                                <a:lumOff val="35000"/>
                              </a:schemeClr>
                            </a:solidFill>
                            <a:latin typeface="Cambria Math" panose="02040503050406030204" pitchFamily="18" charset="0"/>
                            <a:ea typeface="Cambria Math" panose="02040503050406030204" pitchFamily="18" charset="0"/>
                          </a:rPr>
                          <m:t>𝛽</m:t>
                        </m:r>
                      </m:e>
                      <m: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𝑑𝑜𝑠𝑒</m:t>
                        </m:r>
                      </m:sub>
                    </m:s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i="1">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a:solidFill>
                              <a:schemeClr val="tx1">
                                <a:lumMod val="65000"/>
                                <a:lumOff val="35000"/>
                              </a:schemeClr>
                            </a:solidFill>
                            <a:latin typeface="Cambria Math" panose="02040503050406030204" pitchFamily="18" charset="0"/>
                            <a:ea typeface="Cambria Math" panose="02040503050406030204" pitchFamily="18" charset="0"/>
                          </a:rPr>
                          <m:t>𝛽</m:t>
                        </m:r>
                      </m:e>
                      <m:sub>
                        <m:sSub>
                          <m:sSubPr>
                            <m:ctrlPr>
                              <a:rPr lang="en-US" b="0" i="1" smtClean="0">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𝑑𝑜𝑠𝑒</m:t>
                            </m:r>
                          </m:e>
                          <m:sub>
                            <m:r>
                              <a:rPr lang="en-US" i="1">
                                <a:solidFill>
                                  <a:schemeClr val="tx1">
                                    <a:lumMod val="65000"/>
                                    <a:lumOff val="35000"/>
                                  </a:schemeClr>
                                </a:solidFill>
                                <a:latin typeface="Cambria Math" panose="02040503050406030204" pitchFamily="18" charset="0"/>
                                <a:ea typeface="Cambria Math" panose="02040503050406030204" pitchFamily="18" charset="0"/>
                              </a:rPr>
                              <m:t>𝑠𝑢𝑏𝑗𝑒𝑐𝑡</m:t>
                            </m:r>
                          </m:sub>
                        </m:sSub>
                      </m:sub>
                    </m:s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b="0" i="1" smtClean="0">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𝑑𝑜𝑠𝑒</m:t>
                        </m:r>
                      </m:e>
                      <m: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𝑖</m:t>
                        </m:r>
                      </m:sub>
                    </m:s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i="1">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a:solidFill>
                              <a:schemeClr val="tx1">
                                <a:lumMod val="65000"/>
                                <a:lumOff val="35000"/>
                              </a:schemeClr>
                            </a:solidFill>
                            <a:latin typeface="Cambria Math" panose="02040503050406030204" pitchFamily="18" charset="0"/>
                            <a:ea typeface="Cambria Math" panose="02040503050406030204" pitchFamily="18" charset="0"/>
                          </a:rPr>
                          <m:t>(</m:t>
                        </m:r>
                        <m:r>
                          <a:rPr lang="en-US" i="1">
                            <a:solidFill>
                              <a:schemeClr val="tx1">
                                <a:lumMod val="65000"/>
                                <a:lumOff val="35000"/>
                              </a:schemeClr>
                            </a:solidFill>
                            <a:latin typeface="Cambria Math" panose="02040503050406030204" pitchFamily="18" charset="0"/>
                            <a:ea typeface="Cambria Math" panose="02040503050406030204" pitchFamily="18" charset="0"/>
                          </a:rPr>
                          <m:t>𝛽</m:t>
                        </m:r>
                      </m:e>
                      <m: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𝑐𝑜𝑛𝑑𝑖𝑡𝑖𝑜𝑛</m:t>
                        </m:r>
                      </m:sub>
                    </m:sSub>
                    <m:r>
                      <a:rPr lang="en-US" i="1">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i="1">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a:solidFill>
                              <a:schemeClr val="tx1">
                                <a:lumMod val="65000"/>
                                <a:lumOff val="35000"/>
                              </a:schemeClr>
                            </a:solidFill>
                            <a:latin typeface="Cambria Math" panose="02040503050406030204" pitchFamily="18" charset="0"/>
                            <a:ea typeface="Cambria Math" panose="02040503050406030204" pitchFamily="18" charset="0"/>
                          </a:rPr>
                          <m:t>𝛽</m:t>
                        </m:r>
                      </m:e>
                      <m:sub>
                        <m:sSub>
                          <m:sSubPr>
                            <m:ctrlPr>
                              <a:rPr lang="en-US" b="0" i="1" smtClean="0">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𝑐𝑜𝑛𝑑𝑖𝑡𝑖𝑜𝑛</m:t>
                            </m:r>
                          </m:e>
                          <m:sub>
                            <m:r>
                              <a:rPr lang="en-US" i="1">
                                <a:solidFill>
                                  <a:schemeClr val="tx1">
                                    <a:lumMod val="65000"/>
                                    <a:lumOff val="35000"/>
                                  </a:schemeClr>
                                </a:solidFill>
                                <a:latin typeface="Cambria Math" panose="02040503050406030204" pitchFamily="18" charset="0"/>
                                <a:ea typeface="Cambria Math" panose="02040503050406030204" pitchFamily="18" charset="0"/>
                              </a:rPr>
                              <m:t>𝑠𝑢𝑏𝑗𝑒𝑐𝑡</m:t>
                            </m:r>
                          </m:sub>
                        </m:sSub>
                      </m:sub>
                    </m:sSub>
                    <m:r>
                      <a:rPr lang="en-US" i="1">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b="0" i="1" smtClean="0">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𝑐𝑜𝑛𝑑𝑖𝑡𝑖𝑜𝑛</m:t>
                        </m:r>
                      </m:e>
                      <m:sub>
                        <m:r>
                          <a:rPr lang="en-US" i="1">
                            <a:solidFill>
                              <a:schemeClr val="tx1">
                                <a:lumMod val="65000"/>
                                <a:lumOff val="35000"/>
                              </a:schemeClr>
                            </a:solidFill>
                            <a:latin typeface="Cambria Math" panose="02040503050406030204" pitchFamily="18" charset="0"/>
                            <a:ea typeface="Cambria Math" panose="02040503050406030204" pitchFamily="18" charset="0"/>
                          </a:rPr>
                          <m:t>𝑖</m:t>
                        </m:r>
                      </m:sub>
                    </m:s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i="1">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a:solidFill>
                              <a:schemeClr val="tx1">
                                <a:lumMod val="65000"/>
                                <a:lumOff val="35000"/>
                              </a:schemeClr>
                            </a:solidFill>
                            <a:latin typeface="Cambria Math" panose="02040503050406030204" pitchFamily="18" charset="0"/>
                            <a:ea typeface="Cambria Math" panose="02040503050406030204" pitchFamily="18" charset="0"/>
                          </a:rPr>
                          <m:t>(</m:t>
                        </m:r>
                        <m:r>
                          <a:rPr lang="en-US" i="1">
                            <a:solidFill>
                              <a:schemeClr val="tx1">
                                <a:lumMod val="65000"/>
                                <a:lumOff val="35000"/>
                              </a:schemeClr>
                            </a:solidFill>
                            <a:latin typeface="Cambria Math" panose="02040503050406030204" pitchFamily="18" charset="0"/>
                            <a:ea typeface="Cambria Math" panose="02040503050406030204" pitchFamily="18" charset="0"/>
                          </a:rPr>
                          <m:t>𝛽</m:t>
                        </m:r>
                      </m:e>
                      <m:sub>
                        <m:r>
                          <a:rPr lang="en-US" i="1">
                            <a:solidFill>
                              <a:schemeClr val="tx1">
                                <a:lumMod val="65000"/>
                                <a:lumOff val="35000"/>
                              </a:schemeClr>
                            </a:solidFill>
                            <a:latin typeface="Cambria Math" panose="02040503050406030204" pitchFamily="18" charset="0"/>
                            <a:ea typeface="Cambria Math" panose="02040503050406030204" pitchFamily="18" charset="0"/>
                          </a:rPr>
                          <m:t>𝑑𝑜𝑠𝑒</m:t>
                        </m:r>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𝑐𝑜𝑛𝑑𝑖𝑡𝑖𝑜𝑛</m:t>
                        </m:r>
                      </m:sub>
                    </m:sSub>
                    <m:r>
                      <a:rPr lang="en-US" i="1">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i="1">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a:solidFill>
                              <a:schemeClr val="tx1">
                                <a:lumMod val="65000"/>
                                <a:lumOff val="35000"/>
                              </a:schemeClr>
                            </a:solidFill>
                            <a:latin typeface="Cambria Math" panose="02040503050406030204" pitchFamily="18" charset="0"/>
                            <a:ea typeface="Cambria Math" panose="02040503050406030204" pitchFamily="18" charset="0"/>
                          </a:rPr>
                          <m:t>𝛽</m:t>
                        </m:r>
                      </m:e>
                      <m:sub>
                        <m:sSub>
                          <m:sSubPr>
                            <m:ctrlPr>
                              <a:rPr lang="en-US" i="1">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a:solidFill>
                                  <a:schemeClr val="tx1">
                                    <a:lumMod val="65000"/>
                                    <a:lumOff val="35000"/>
                                  </a:schemeClr>
                                </a:solidFill>
                                <a:latin typeface="Cambria Math" panose="02040503050406030204" pitchFamily="18" charset="0"/>
                                <a:ea typeface="Cambria Math" panose="02040503050406030204" pitchFamily="18" charset="0"/>
                              </a:rPr>
                              <m:t>𝑑𝑜𝑠𝑒</m:t>
                            </m:r>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𝑐𝑜𝑛𝑑𝑖𝑡𝑖𝑜𝑛</m:t>
                            </m:r>
                          </m:e>
                          <m:sub>
                            <m:r>
                              <a:rPr lang="en-US" i="1">
                                <a:solidFill>
                                  <a:schemeClr val="tx1">
                                    <a:lumMod val="65000"/>
                                    <a:lumOff val="35000"/>
                                  </a:schemeClr>
                                </a:solidFill>
                                <a:latin typeface="Cambria Math" panose="02040503050406030204" pitchFamily="18" charset="0"/>
                                <a:ea typeface="Cambria Math" panose="02040503050406030204" pitchFamily="18" charset="0"/>
                              </a:rPr>
                              <m:t>𝑠𝑢𝑏𝑗𝑒𝑐𝑡</m:t>
                            </m:r>
                          </m:sub>
                        </m:sSub>
                      </m:sub>
                    </m:sSub>
                    <m:r>
                      <a:rPr lang="en-US" i="1">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i="1">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a:solidFill>
                              <a:schemeClr val="tx1">
                                <a:lumMod val="65000"/>
                                <a:lumOff val="35000"/>
                              </a:schemeClr>
                            </a:solidFill>
                            <a:latin typeface="Cambria Math" panose="02040503050406030204" pitchFamily="18" charset="0"/>
                            <a:ea typeface="Cambria Math" panose="02040503050406030204" pitchFamily="18" charset="0"/>
                          </a:rPr>
                          <m:t>𝑑𝑜𝑠𝑒</m:t>
                        </m:r>
                      </m:e>
                      <m:sub>
                        <m:r>
                          <a:rPr lang="en-US" i="1">
                            <a:solidFill>
                              <a:schemeClr val="tx1">
                                <a:lumMod val="65000"/>
                                <a:lumOff val="35000"/>
                              </a:schemeClr>
                            </a:solidFill>
                            <a:latin typeface="Cambria Math" panose="02040503050406030204" pitchFamily="18" charset="0"/>
                            <a:ea typeface="Cambria Math" panose="02040503050406030204" pitchFamily="18" charset="0"/>
                          </a:rPr>
                          <m:t>𝑖</m:t>
                        </m:r>
                      </m:sub>
                    </m:s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m:t>
                    </m:r>
                    <m:sSub>
                      <m:sSubPr>
                        <m:ctrlPr>
                          <a:rPr lang="en-US" i="1">
                            <a:solidFill>
                              <a:schemeClr val="tx1">
                                <a:lumMod val="65000"/>
                                <a:lumOff val="35000"/>
                              </a:schemeClr>
                            </a:solidFill>
                            <a:latin typeface="Cambria Math" panose="02040503050406030204" pitchFamily="18" charset="0"/>
                            <a:ea typeface="Cambria Math" panose="02040503050406030204" pitchFamily="18" charset="0"/>
                          </a:rPr>
                        </m:ctrlPr>
                      </m:sSubPr>
                      <m:e>
                        <m:r>
                          <a:rPr lang="en-US" i="1">
                            <a:solidFill>
                              <a:schemeClr val="tx1">
                                <a:lumMod val="65000"/>
                                <a:lumOff val="35000"/>
                              </a:schemeClr>
                            </a:solidFill>
                            <a:latin typeface="Cambria Math" panose="02040503050406030204" pitchFamily="18" charset="0"/>
                            <a:ea typeface="Cambria Math" panose="02040503050406030204" pitchFamily="18" charset="0"/>
                          </a:rPr>
                          <m:t>𝑐𝑜𝑛𝑑𝑖𝑡𝑖𝑜𝑛</m:t>
                        </m:r>
                      </m:e>
                      <m:sub>
                        <m:r>
                          <a:rPr lang="en-US" b="0" i="1" smtClean="0">
                            <a:solidFill>
                              <a:schemeClr val="tx1">
                                <a:lumMod val="65000"/>
                                <a:lumOff val="35000"/>
                              </a:schemeClr>
                            </a:solidFill>
                            <a:latin typeface="Cambria Math" panose="02040503050406030204" pitchFamily="18" charset="0"/>
                            <a:ea typeface="Cambria Math" panose="02040503050406030204" pitchFamily="18" charset="0"/>
                          </a:rPr>
                          <m:t>𝑖</m:t>
                        </m:r>
                      </m:sub>
                    </m:sSub>
                  </m:oMath>
                </a14:m>
                <a:endParaRPr lang="en-US" dirty="0"/>
              </a:p>
            </p:txBody>
          </p:sp>
        </mc:Choice>
        <mc:Fallback xmlns="">
          <p:sp>
            <p:nvSpPr>
              <p:cNvPr id="2" name="Content Placeholder 1">
                <a:extLst>
                  <a:ext uri="{FF2B5EF4-FFF2-40B4-BE49-F238E27FC236}">
                    <a16:creationId xmlns:a16="http://schemas.microsoft.com/office/drawing/2014/main" id="{C91AE8A0-DCC2-A518-73F3-9821CBC9C21C}"/>
                  </a:ext>
                </a:extLst>
              </p:cNvPr>
              <p:cNvSpPr>
                <a:spLocks noGrp="1" noRot="1" noChangeAspect="1" noMove="1" noResize="1" noEditPoints="1" noAdjustHandles="1" noChangeArrowheads="1" noChangeShapeType="1" noTextEdit="1"/>
              </p:cNvSpPr>
              <p:nvPr>
                <p:ph idx="1"/>
              </p:nvPr>
            </p:nvSpPr>
            <p:spPr>
              <a:blipFill>
                <a:blip r:embed="rId2"/>
                <a:stretch>
                  <a:fillRect t="-2381" r="-29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F3054B7-9245-0E7D-FACF-EA503EA7EC2A}"/>
              </a:ext>
            </a:extLst>
          </p:cNvPr>
          <p:cNvSpPr>
            <a:spLocks noGrp="1"/>
          </p:cNvSpPr>
          <p:nvPr>
            <p:ph type="ctrTitle"/>
          </p:nvPr>
        </p:nvSpPr>
        <p:spPr/>
        <p:txBody>
          <a:bodyPr/>
          <a:lstStyle/>
          <a:p>
            <a:r>
              <a:rPr lang="en-US" dirty="0"/>
              <a:t>Research models</a:t>
            </a:r>
          </a:p>
        </p:txBody>
      </p:sp>
      <p:sp>
        <p:nvSpPr>
          <p:cNvPr id="4" name="Date Placeholder 3">
            <a:extLst>
              <a:ext uri="{FF2B5EF4-FFF2-40B4-BE49-F238E27FC236}">
                <a16:creationId xmlns:a16="http://schemas.microsoft.com/office/drawing/2014/main" id="{C7525970-7F53-1C89-5575-66B71030CD0B}"/>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6" name="Graphic 5">
            <a:extLst>
              <a:ext uri="{FF2B5EF4-FFF2-40B4-BE49-F238E27FC236}">
                <a16:creationId xmlns:a16="http://schemas.microsoft.com/office/drawing/2014/main" id="{79BE605E-4C2D-08F3-CFC1-94D75EE0FFBB}"/>
              </a:ext>
            </a:extLst>
          </p:cNvPr>
          <p:cNvPicPr>
            <a:picLocks noChangeAspect="1"/>
          </p:cNvPicPr>
          <p:nvPr/>
        </p:nvPicPr>
        <p:blipFill rotWithShape="1">
          <a:blip>
            <a:extLst>
              <a:ext uri="{96DAC541-7B7A-43D3-8B79-37D633B846F1}">
                <asvg:svgBlip xmlns:asvg="http://schemas.microsoft.com/office/drawing/2016/SVG/main" r:embed="rId3"/>
              </a:ext>
            </a:extLst>
          </a:blip>
          <a:srcRect l="-34027" t="25014" r="-30233" b="49650"/>
          <a:stretch>
            <a:fillRect/>
          </a:stretch>
        </p:blipFill>
        <p:spPr>
          <a:xfrm>
            <a:off x="7562088" y="246743"/>
            <a:ext cx="4629912" cy="896256"/>
          </a:xfrm>
          <a:prstGeom prst="rect">
            <a:avLst/>
          </a:prstGeom>
        </p:spPr>
      </p:pic>
    </p:spTree>
    <p:extLst>
      <p:ext uri="{BB962C8B-B14F-4D97-AF65-F5344CB8AC3E}">
        <p14:creationId xmlns:p14="http://schemas.microsoft.com/office/powerpoint/2010/main" val="55206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9C740F-5377-01CC-DB80-042866B277B3}"/>
              </a:ext>
            </a:extLst>
          </p:cNvPr>
          <p:cNvSpPr>
            <a:spLocks noGrp="1"/>
          </p:cNvSpPr>
          <p:nvPr>
            <p:ph type="ctrTitle"/>
          </p:nvPr>
        </p:nvSpPr>
        <p:spPr/>
        <p:txBody>
          <a:bodyPr/>
          <a:lstStyle/>
          <a:p>
            <a:r>
              <a:rPr lang="en-US" dirty="0"/>
              <a:t>The typical model</a:t>
            </a:r>
          </a:p>
        </p:txBody>
      </p:sp>
      <p:sp>
        <p:nvSpPr>
          <p:cNvPr id="4" name="Date Placeholder 3">
            <a:extLst>
              <a:ext uri="{FF2B5EF4-FFF2-40B4-BE49-F238E27FC236}">
                <a16:creationId xmlns:a16="http://schemas.microsoft.com/office/drawing/2014/main" id="{9F437469-D00A-E5D0-FAE9-5BDB7F0603F1}"/>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9" name="Online Image Placeholder 8">
            <a:extLst>
              <a:ext uri="{FF2B5EF4-FFF2-40B4-BE49-F238E27FC236}">
                <a16:creationId xmlns:a16="http://schemas.microsoft.com/office/drawing/2014/main" id="{84F40334-A6BC-EDBE-67BE-70DCB5EA5453}"/>
              </a:ext>
            </a:extLst>
          </p:cNvPr>
          <p:cNvPicPr>
            <a:picLocks noGrp="1" noChangeAspect="1"/>
          </p:cNvPicPr>
          <p:nvPr>
            <p:ph type="clipArt" sz="quarter" idx="12"/>
          </p:nvPr>
        </p:nvPicPr>
        <p:blipFill>
          <a:blip r:embed="rId2">
            <a:extLst>
              <a:ext uri="{28A0092B-C50C-407E-A947-70E740481C1C}">
                <a14:useLocalDpi xmlns:a14="http://schemas.microsoft.com/office/drawing/2010/main" val="0"/>
              </a:ext>
            </a:extLst>
          </a:blip>
          <a:stretch>
            <a:fillRect/>
          </a:stretch>
        </p:blipFill>
        <p:spPr>
          <a:xfrm>
            <a:off x="6587163" y="1622425"/>
            <a:ext cx="4275474" cy="4351338"/>
          </a:xfrm>
          <a:prstGeom prst="rect">
            <a:avLst/>
          </a:prstGeom>
        </p:spPr>
      </p:pic>
      <p:sp>
        <p:nvSpPr>
          <p:cNvPr id="11" name="Content Placeholder 10">
            <a:extLst>
              <a:ext uri="{FF2B5EF4-FFF2-40B4-BE49-F238E27FC236}">
                <a16:creationId xmlns:a16="http://schemas.microsoft.com/office/drawing/2014/main" id="{378D5B01-6E37-CD0A-733E-A54DBCE298D4}"/>
              </a:ext>
            </a:extLst>
          </p:cNvPr>
          <p:cNvSpPr>
            <a:spLocks noGrp="1"/>
          </p:cNvSpPr>
          <p:nvPr>
            <p:ph idx="1"/>
          </p:nvPr>
        </p:nvSpPr>
        <p:spPr/>
        <p:txBody>
          <a:bodyPr/>
          <a:lstStyle/>
          <a:p>
            <a:r>
              <a:rPr lang="en-US" dirty="0"/>
              <a:t>Models like ours can be thought of like little machines we create</a:t>
            </a:r>
          </a:p>
          <a:p>
            <a:r>
              <a:rPr lang="en-US" dirty="0"/>
              <a:t>We assemble </a:t>
            </a:r>
            <a:r>
              <a:rPr lang="en-US" b="1" dirty="0"/>
              <a:t>sliders</a:t>
            </a:r>
            <a:r>
              <a:rPr lang="en-US" dirty="0"/>
              <a:t> and </a:t>
            </a:r>
            <a:r>
              <a:rPr lang="en-US" b="1" dirty="0"/>
              <a:t>switches</a:t>
            </a:r>
            <a:r>
              <a:rPr lang="en-US" dirty="0"/>
              <a:t> (predictors) connected to an </a:t>
            </a:r>
            <a:r>
              <a:rPr lang="en-US" b="1" dirty="0"/>
              <a:t>output device </a:t>
            </a:r>
            <a:r>
              <a:rPr lang="en-US" dirty="0"/>
              <a:t>(outcome)</a:t>
            </a:r>
          </a:p>
          <a:p>
            <a:r>
              <a:rPr lang="en-US" dirty="0"/>
              <a:t>Now, how do these components affect our output?</a:t>
            </a:r>
          </a:p>
        </p:txBody>
      </p:sp>
      <p:pic>
        <p:nvPicPr>
          <p:cNvPr id="5" name="Graphic 4">
            <a:extLst>
              <a:ext uri="{FF2B5EF4-FFF2-40B4-BE49-F238E27FC236}">
                <a16:creationId xmlns:a16="http://schemas.microsoft.com/office/drawing/2014/main" id="{997EADA3-A501-674B-9DA5-6F62B710E9B0}"/>
              </a:ext>
            </a:extLst>
          </p:cNvPr>
          <p:cNvPicPr>
            <a:picLocks noChangeAspect="1"/>
          </p:cNvPicPr>
          <p:nvPr/>
        </p:nvPicPr>
        <p:blipFill rotWithShape="1">
          <a:blip>
            <a:extLst>
              <a:ext uri="{96DAC541-7B7A-43D3-8B79-37D633B846F1}">
                <asvg:svgBlip xmlns:asvg="http://schemas.microsoft.com/office/drawing/2016/SVG/main" r:embed="rId3"/>
              </a:ext>
            </a:extLst>
          </a:blip>
          <a:srcRect l="-34027" t="25014" r="-30233" b="49650"/>
          <a:stretch>
            <a:fillRect/>
          </a:stretch>
        </p:blipFill>
        <p:spPr>
          <a:xfrm>
            <a:off x="7562088" y="237744"/>
            <a:ext cx="4629912" cy="905255"/>
          </a:xfrm>
          <a:prstGeom prst="rect">
            <a:avLst/>
          </a:prstGeom>
        </p:spPr>
      </p:pic>
    </p:spTree>
    <p:extLst>
      <p:ext uri="{BB962C8B-B14F-4D97-AF65-F5344CB8AC3E}">
        <p14:creationId xmlns:p14="http://schemas.microsoft.com/office/powerpoint/2010/main" val="2473059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96F70E-1D65-C889-2C5D-D6BE60C2527B}"/>
              </a:ext>
            </a:extLst>
          </p:cNvPr>
          <p:cNvSpPr>
            <a:spLocks noGrp="1"/>
          </p:cNvSpPr>
          <p:nvPr>
            <p:ph idx="1"/>
          </p:nvPr>
        </p:nvSpPr>
        <p:spPr/>
        <p:txBody>
          <a:bodyPr/>
          <a:lstStyle/>
          <a:p>
            <a:r>
              <a:rPr lang="en-US" dirty="0"/>
              <a:t>We can be structured about our investigation</a:t>
            </a:r>
          </a:p>
          <a:p>
            <a:pPr lvl="1"/>
            <a:r>
              <a:rPr lang="en-US" dirty="0"/>
              <a:t>Observe the effect of moving one slider while holding all other switches and sliders constant</a:t>
            </a:r>
          </a:p>
          <a:p>
            <a:r>
              <a:rPr lang="en-US" dirty="0"/>
              <a:t>This is easier to intuit than a table of numbers vaguely related to how our machine functions</a:t>
            </a:r>
          </a:p>
        </p:txBody>
      </p:sp>
      <p:sp>
        <p:nvSpPr>
          <p:cNvPr id="3" name="Title 2">
            <a:extLst>
              <a:ext uri="{FF2B5EF4-FFF2-40B4-BE49-F238E27FC236}">
                <a16:creationId xmlns:a16="http://schemas.microsoft.com/office/drawing/2014/main" id="{D8E8759E-CD79-6C68-B3AE-31B41EC14850}"/>
              </a:ext>
            </a:extLst>
          </p:cNvPr>
          <p:cNvSpPr>
            <a:spLocks noGrp="1"/>
          </p:cNvSpPr>
          <p:nvPr>
            <p:ph type="ctrTitle"/>
          </p:nvPr>
        </p:nvSpPr>
        <p:spPr/>
        <p:txBody>
          <a:bodyPr/>
          <a:lstStyle/>
          <a:p>
            <a:r>
              <a:rPr lang="en-US" dirty="0"/>
              <a:t>Investigating the model</a:t>
            </a:r>
          </a:p>
        </p:txBody>
      </p:sp>
      <p:sp>
        <p:nvSpPr>
          <p:cNvPr id="4" name="Date Placeholder 3">
            <a:extLst>
              <a:ext uri="{FF2B5EF4-FFF2-40B4-BE49-F238E27FC236}">
                <a16:creationId xmlns:a16="http://schemas.microsoft.com/office/drawing/2014/main" id="{E78AC528-4A6D-A50A-4E2D-99774C2B585E}"/>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7" name="Online Image Placeholder 6">
            <a:extLst>
              <a:ext uri="{FF2B5EF4-FFF2-40B4-BE49-F238E27FC236}">
                <a16:creationId xmlns:a16="http://schemas.microsoft.com/office/drawing/2014/main" id="{755314CE-C74A-DE20-5B25-45556ED12AAE}"/>
              </a:ext>
            </a:extLst>
          </p:cNvPr>
          <p:cNvPicPr>
            <a:picLocks noGrp="1" noChangeAspect="1"/>
          </p:cNvPicPr>
          <p:nvPr>
            <p:ph type="clipArt" sz="quarter" idx="12"/>
          </p:nvPr>
        </p:nvPicPr>
        <p:blipFill>
          <a:blip r:embed="rId2">
            <a:extLst>
              <a:ext uri="{28A0092B-C50C-407E-A947-70E740481C1C}">
                <a14:useLocalDpi xmlns:a14="http://schemas.microsoft.com/office/drawing/2010/main" val="0"/>
              </a:ext>
            </a:extLst>
          </a:blip>
          <a:stretch>
            <a:fillRect/>
          </a:stretch>
        </p:blipFill>
        <p:spPr>
          <a:xfrm>
            <a:off x="6805307" y="1622425"/>
            <a:ext cx="3839185" cy="4351338"/>
          </a:xfrm>
          <a:prstGeom prst="rect">
            <a:avLst/>
          </a:prstGeom>
        </p:spPr>
      </p:pic>
      <p:pic>
        <p:nvPicPr>
          <p:cNvPr id="9" name="Graphic 8">
            <a:extLst>
              <a:ext uri="{FF2B5EF4-FFF2-40B4-BE49-F238E27FC236}">
                <a16:creationId xmlns:a16="http://schemas.microsoft.com/office/drawing/2014/main" id="{665E621B-1D4F-C21C-4D1F-7AD57CB40130}"/>
              </a:ext>
            </a:extLst>
          </p:cNvPr>
          <p:cNvPicPr>
            <a:picLocks noChangeAspect="1"/>
          </p:cNvPicPr>
          <p:nvPr/>
        </p:nvPicPr>
        <p:blipFill rotWithShape="1">
          <a:blip>
            <a:extLst>
              <a:ext uri="{96DAC541-7B7A-43D3-8B79-37D633B846F1}">
                <asvg:svgBlip xmlns:asvg="http://schemas.microsoft.com/office/drawing/2016/SVG/main" r:embed="rId3"/>
              </a:ext>
            </a:extLst>
          </a:blip>
          <a:srcRect l="-34027" t="25014" r="-30233" b="49650"/>
          <a:stretch>
            <a:fillRect/>
          </a:stretch>
        </p:blipFill>
        <p:spPr>
          <a:xfrm>
            <a:off x="7562088" y="237744"/>
            <a:ext cx="4629912" cy="905255"/>
          </a:xfrm>
          <a:prstGeom prst="rect">
            <a:avLst/>
          </a:prstGeom>
        </p:spPr>
      </p:pic>
    </p:spTree>
    <p:extLst>
      <p:ext uri="{BB962C8B-B14F-4D97-AF65-F5344CB8AC3E}">
        <p14:creationId xmlns:p14="http://schemas.microsoft.com/office/powerpoint/2010/main" val="3944675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46194D-F9EE-97D1-D5C8-C0C0E1269895}"/>
              </a:ext>
            </a:extLst>
          </p:cNvPr>
          <p:cNvSpPr>
            <a:spLocks noGrp="1"/>
          </p:cNvSpPr>
          <p:nvPr>
            <p:ph idx="1"/>
          </p:nvPr>
        </p:nvSpPr>
        <p:spPr/>
        <p:txBody>
          <a:bodyPr/>
          <a:lstStyle/>
          <a:p>
            <a:r>
              <a:rPr lang="en-US" dirty="0"/>
              <a:t>In the stats world, this is known as a marginal effect</a:t>
            </a:r>
          </a:p>
          <a:p>
            <a:r>
              <a:rPr lang="en-US" dirty="0"/>
              <a:t>The </a:t>
            </a:r>
            <a:r>
              <a:rPr lang="en-US" b="1" dirty="0"/>
              <a:t>individual effect </a:t>
            </a:r>
            <a:r>
              <a:rPr lang="en-US" dirty="0"/>
              <a:t>of a predictor on the outcome while </a:t>
            </a:r>
            <a:r>
              <a:rPr lang="en-US" b="1" dirty="0"/>
              <a:t>holding all other variables constant</a:t>
            </a:r>
          </a:p>
          <a:p>
            <a:r>
              <a:rPr lang="en-US" dirty="0"/>
              <a:t>There are lots of different ways to accomplish this and plenty of names they go by (just like modeling itself)!</a:t>
            </a:r>
          </a:p>
        </p:txBody>
      </p:sp>
      <p:sp>
        <p:nvSpPr>
          <p:cNvPr id="3" name="Title 2">
            <a:extLst>
              <a:ext uri="{FF2B5EF4-FFF2-40B4-BE49-F238E27FC236}">
                <a16:creationId xmlns:a16="http://schemas.microsoft.com/office/drawing/2014/main" id="{4E5E0B69-EE70-6394-D85A-8C158301F842}"/>
              </a:ext>
            </a:extLst>
          </p:cNvPr>
          <p:cNvSpPr>
            <a:spLocks noGrp="1"/>
          </p:cNvSpPr>
          <p:nvPr>
            <p:ph type="ctrTitle"/>
          </p:nvPr>
        </p:nvSpPr>
        <p:spPr/>
        <p:txBody>
          <a:bodyPr/>
          <a:lstStyle/>
          <a:p>
            <a:r>
              <a:rPr lang="en-US" dirty="0"/>
              <a:t>Marginal effects</a:t>
            </a:r>
          </a:p>
        </p:txBody>
      </p:sp>
      <p:sp>
        <p:nvSpPr>
          <p:cNvPr id="4" name="Date Placeholder 3">
            <a:extLst>
              <a:ext uri="{FF2B5EF4-FFF2-40B4-BE49-F238E27FC236}">
                <a16:creationId xmlns:a16="http://schemas.microsoft.com/office/drawing/2014/main" id="{92889602-42F3-4979-A5C4-7A17CDD107D0}"/>
              </a:ext>
            </a:extLst>
          </p:cNvPr>
          <p:cNvSpPr>
            <a:spLocks noGrp="1"/>
          </p:cNvSpPr>
          <p:nvPr>
            <p:ph type="dt" sz="half" idx="10"/>
          </p:nvPr>
        </p:nvSpPr>
        <p:spPr/>
        <p:txBody>
          <a:bodyPr/>
          <a:lstStyle/>
          <a:p>
            <a:fld id="{403F6159-7C2D-49AA-BA55-C4F81030DC8C}" type="datetime1">
              <a:rPr lang="en-US" smtClean="0"/>
              <a:pPr/>
              <a:t>10/7/2026</a:t>
            </a:fld>
            <a:endParaRPr lang="en-US" i="1"/>
          </a:p>
        </p:txBody>
      </p:sp>
    </p:spTree>
    <p:extLst>
      <p:ext uri="{BB962C8B-B14F-4D97-AF65-F5344CB8AC3E}">
        <p14:creationId xmlns:p14="http://schemas.microsoft.com/office/powerpoint/2010/main" val="1053621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E6CC551-2B09-AA7C-6623-4BD2727FED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1097" y="2070096"/>
            <a:ext cx="2743206" cy="3657607"/>
          </a:xfrm>
          <a:prstGeom prst="rect">
            <a:avLst/>
          </a:prstGeom>
        </p:spPr>
      </p:pic>
      <p:sp>
        <p:nvSpPr>
          <p:cNvPr id="2" name="Content Placeholder 1">
            <a:extLst>
              <a:ext uri="{FF2B5EF4-FFF2-40B4-BE49-F238E27FC236}">
                <a16:creationId xmlns:a16="http://schemas.microsoft.com/office/drawing/2014/main" id="{CA2E11F4-CE6B-A088-0178-E9F5A7ACC760}"/>
              </a:ext>
            </a:extLst>
          </p:cNvPr>
          <p:cNvSpPr>
            <a:spLocks noGrp="1"/>
          </p:cNvSpPr>
          <p:nvPr>
            <p:ph idx="1"/>
          </p:nvPr>
        </p:nvSpPr>
        <p:spPr/>
        <p:txBody>
          <a:bodyPr/>
          <a:lstStyle/>
          <a:p>
            <a:r>
              <a:rPr lang="en-US" dirty="0"/>
              <a:t>The effect of turning a predictor from </a:t>
            </a:r>
            <a:r>
              <a:rPr lang="en-US" b="1" dirty="0"/>
              <a:t>off</a:t>
            </a:r>
            <a:r>
              <a:rPr lang="en-US" dirty="0"/>
              <a:t> to </a:t>
            </a:r>
            <a:r>
              <a:rPr lang="en-US" b="1" dirty="0"/>
              <a:t>on</a:t>
            </a:r>
          </a:p>
          <a:p>
            <a:pPr lvl="1"/>
            <a:r>
              <a:rPr lang="en-US" dirty="0"/>
              <a:t>These are our switches</a:t>
            </a:r>
          </a:p>
          <a:p>
            <a:r>
              <a:rPr lang="en-US" dirty="0"/>
              <a:t>Change in reaction time with and without a drug</a:t>
            </a:r>
          </a:p>
          <a:p>
            <a:r>
              <a:rPr lang="en-US" dirty="0"/>
              <a:t>Usually visualized as a bar plot</a:t>
            </a:r>
          </a:p>
          <a:p>
            <a:pPr lvl="1"/>
            <a:endParaRPr lang="en-US" dirty="0"/>
          </a:p>
          <a:p>
            <a:pPr lvl="1"/>
            <a:endParaRPr lang="en-US" dirty="0"/>
          </a:p>
          <a:p>
            <a:pPr lvl="1"/>
            <a:endParaRPr lang="en-US" dirty="0"/>
          </a:p>
        </p:txBody>
      </p:sp>
      <p:sp>
        <p:nvSpPr>
          <p:cNvPr id="3" name="Title 2">
            <a:extLst>
              <a:ext uri="{FF2B5EF4-FFF2-40B4-BE49-F238E27FC236}">
                <a16:creationId xmlns:a16="http://schemas.microsoft.com/office/drawing/2014/main" id="{478C58CA-EDA0-30CB-1E5D-0237E32348B8}"/>
              </a:ext>
            </a:extLst>
          </p:cNvPr>
          <p:cNvSpPr>
            <a:spLocks noGrp="1"/>
          </p:cNvSpPr>
          <p:nvPr>
            <p:ph type="ctrTitle"/>
          </p:nvPr>
        </p:nvSpPr>
        <p:spPr/>
        <p:txBody>
          <a:bodyPr/>
          <a:lstStyle/>
          <a:p>
            <a:r>
              <a:rPr lang="en-US" dirty="0"/>
              <a:t>Categorical contrasts</a:t>
            </a:r>
          </a:p>
        </p:txBody>
      </p:sp>
      <p:sp>
        <p:nvSpPr>
          <p:cNvPr id="4" name="Date Placeholder 3">
            <a:extLst>
              <a:ext uri="{FF2B5EF4-FFF2-40B4-BE49-F238E27FC236}">
                <a16:creationId xmlns:a16="http://schemas.microsoft.com/office/drawing/2014/main" id="{C73D6FFF-3083-864B-E9DD-488620D541DA}"/>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7" name="Online Image Placeholder 6">
            <a:extLst>
              <a:ext uri="{FF2B5EF4-FFF2-40B4-BE49-F238E27FC236}">
                <a16:creationId xmlns:a16="http://schemas.microsoft.com/office/drawing/2014/main" id="{083998B0-BB78-39E0-5C7B-5A3BBF944632}"/>
              </a:ext>
            </a:extLst>
          </p:cNvPr>
          <p:cNvPicPr>
            <a:picLocks noGrp="1" noChangeAspect="1"/>
          </p:cNvPicPr>
          <p:nvPr>
            <p:ph type="clipArt" sz="quarter" idx="12"/>
          </p:nvPr>
        </p:nvPicPr>
        <p:blipFill>
          <a:blip r:embed="rId3">
            <a:extLst>
              <a:ext uri="{28A0092B-C50C-407E-A947-70E740481C1C}">
                <a14:useLocalDpi xmlns:a14="http://schemas.microsoft.com/office/drawing/2010/main" val="0"/>
              </a:ext>
            </a:extLst>
          </a:blip>
          <a:srcRect r="42377"/>
          <a:stretch>
            <a:fillRect/>
          </a:stretch>
        </p:blipFill>
        <p:spPr>
          <a:xfrm>
            <a:off x="6096000" y="2172993"/>
            <a:ext cx="3029712" cy="3250201"/>
          </a:xfrm>
          <a:prstGeom prst="rect">
            <a:avLst/>
          </a:prstGeom>
        </p:spPr>
      </p:pic>
      <p:sp>
        <p:nvSpPr>
          <p:cNvPr id="8" name="Arrow: Curved Right 7">
            <a:extLst>
              <a:ext uri="{FF2B5EF4-FFF2-40B4-BE49-F238E27FC236}">
                <a16:creationId xmlns:a16="http://schemas.microsoft.com/office/drawing/2014/main" id="{0B012134-59F4-7D1B-0048-B4500BB64C0A}"/>
              </a:ext>
            </a:extLst>
          </p:cNvPr>
          <p:cNvSpPr/>
          <p:nvPr/>
        </p:nvSpPr>
        <p:spPr>
          <a:xfrm rot="10030522">
            <a:off x="7809738" y="2712662"/>
            <a:ext cx="991484" cy="1903431"/>
          </a:xfrm>
          <a:prstGeom prst="curvedRightArrow">
            <a:avLst/>
          </a:prstGeom>
          <a:solidFill>
            <a:srgbClr val="6A9741"/>
          </a:solidFill>
          <a:ln>
            <a:solidFill>
              <a:srgbClr val="6A97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7" name="Group 16">
            <a:extLst>
              <a:ext uri="{FF2B5EF4-FFF2-40B4-BE49-F238E27FC236}">
                <a16:creationId xmlns:a16="http://schemas.microsoft.com/office/drawing/2014/main" id="{E9DA2F33-F41F-8A67-E489-D0D7895A55F6}"/>
              </a:ext>
            </a:extLst>
          </p:cNvPr>
          <p:cNvGrpSpPr/>
          <p:nvPr/>
        </p:nvGrpSpPr>
        <p:grpSpPr>
          <a:xfrm>
            <a:off x="6796592" y="1207601"/>
            <a:ext cx="1077562" cy="1230459"/>
            <a:chOff x="6796592" y="1207601"/>
            <a:chExt cx="1077562" cy="1230459"/>
          </a:xfrm>
        </p:grpSpPr>
        <p:pic>
          <p:nvPicPr>
            <p:cNvPr id="14" name="Graphic 13">
              <a:extLst>
                <a:ext uri="{FF2B5EF4-FFF2-40B4-BE49-F238E27FC236}">
                  <a16:creationId xmlns:a16="http://schemas.microsoft.com/office/drawing/2014/main" id="{140485D1-3648-E7FD-A946-6D476CD9D4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34200" y="1492062"/>
              <a:ext cx="939954" cy="945998"/>
            </a:xfrm>
            <a:prstGeom prst="rect">
              <a:avLst/>
            </a:prstGeom>
          </p:spPr>
        </p:pic>
        <p:sp>
          <p:nvSpPr>
            <p:cNvPr id="16" name="Oval 15">
              <a:extLst>
                <a:ext uri="{FF2B5EF4-FFF2-40B4-BE49-F238E27FC236}">
                  <a16:creationId xmlns:a16="http://schemas.microsoft.com/office/drawing/2014/main" id="{2AD5821A-3B15-4CF6-2A55-0BB3AA614722}"/>
                </a:ext>
              </a:extLst>
            </p:cNvPr>
            <p:cNvSpPr/>
            <p:nvPr/>
          </p:nvSpPr>
          <p:spPr>
            <a:xfrm>
              <a:off x="6796592" y="1207601"/>
              <a:ext cx="1077562" cy="1005565"/>
            </a:xfrm>
            <a:prstGeom prst="ellipse">
              <a:avLst/>
            </a:prstGeom>
            <a:gradFill flip="none" rotWithShape="1">
              <a:gsLst>
                <a:gs pos="0">
                  <a:srgbClr val="FFFF66">
                    <a:alpha val="70000"/>
                  </a:srgbClr>
                </a:gs>
                <a:gs pos="19000">
                  <a:srgbClr val="FFFF99">
                    <a:alpha val="60000"/>
                  </a:srgbClr>
                </a:gs>
                <a:gs pos="57000">
                  <a:srgbClr val="FFFFCC">
                    <a:alpha val="20000"/>
                  </a:srgbClr>
                </a:gs>
                <a:gs pos="10000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05029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B0928C-F317-DE7E-B06F-CFDFA21ADE5A}"/>
              </a:ext>
            </a:extLst>
          </p:cNvPr>
          <p:cNvSpPr>
            <a:spLocks noGrp="1"/>
          </p:cNvSpPr>
          <p:nvPr>
            <p:ph idx="1"/>
          </p:nvPr>
        </p:nvSpPr>
        <p:spPr/>
        <p:txBody>
          <a:bodyPr/>
          <a:lstStyle/>
          <a:p>
            <a:r>
              <a:rPr lang="en-US" dirty="0"/>
              <a:t>A true marginal effects concern how</a:t>
            </a:r>
            <a:r>
              <a:rPr lang="en-US" b="1" dirty="0"/>
              <a:t> small changes </a:t>
            </a:r>
            <a:r>
              <a:rPr lang="en-US" dirty="0"/>
              <a:t>in our predictor affects our outcome</a:t>
            </a:r>
          </a:p>
          <a:p>
            <a:pPr lvl="1"/>
            <a:r>
              <a:rPr lang="en-US" dirty="0"/>
              <a:t>Aka our sliders</a:t>
            </a:r>
          </a:p>
          <a:p>
            <a:r>
              <a:rPr lang="en-US" dirty="0"/>
              <a:t>Change in reaction time as dose increases gradually</a:t>
            </a:r>
          </a:p>
          <a:p>
            <a:r>
              <a:rPr lang="en-US" dirty="0"/>
              <a:t>Usually visualized with a line plot</a:t>
            </a:r>
          </a:p>
        </p:txBody>
      </p:sp>
      <p:sp>
        <p:nvSpPr>
          <p:cNvPr id="3" name="Title 2">
            <a:extLst>
              <a:ext uri="{FF2B5EF4-FFF2-40B4-BE49-F238E27FC236}">
                <a16:creationId xmlns:a16="http://schemas.microsoft.com/office/drawing/2014/main" id="{7B2EB6EB-4B2C-2564-94C2-5A2D4027D11A}"/>
              </a:ext>
            </a:extLst>
          </p:cNvPr>
          <p:cNvSpPr>
            <a:spLocks noGrp="1"/>
          </p:cNvSpPr>
          <p:nvPr>
            <p:ph type="ctrTitle"/>
          </p:nvPr>
        </p:nvSpPr>
        <p:spPr/>
        <p:txBody>
          <a:bodyPr/>
          <a:lstStyle/>
          <a:p>
            <a:r>
              <a:rPr lang="en-US" dirty="0"/>
              <a:t>True marginal effects</a:t>
            </a:r>
          </a:p>
        </p:txBody>
      </p:sp>
      <p:sp>
        <p:nvSpPr>
          <p:cNvPr id="4" name="Date Placeholder 3">
            <a:extLst>
              <a:ext uri="{FF2B5EF4-FFF2-40B4-BE49-F238E27FC236}">
                <a16:creationId xmlns:a16="http://schemas.microsoft.com/office/drawing/2014/main" id="{611226A2-CD5A-251D-8A3D-4315C05A7855}"/>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6" name="Online Image Placeholder 6">
            <a:extLst>
              <a:ext uri="{FF2B5EF4-FFF2-40B4-BE49-F238E27FC236}">
                <a16:creationId xmlns:a16="http://schemas.microsoft.com/office/drawing/2014/main" id="{A1858464-7911-256D-BFB8-EC463BDBE65B}"/>
              </a:ext>
            </a:extLst>
          </p:cNvPr>
          <p:cNvPicPr>
            <a:picLocks noChangeAspect="1"/>
          </p:cNvPicPr>
          <p:nvPr/>
        </p:nvPicPr>
        <p:blipFill rotWithShape="1">
          <a:blip r:embed="rId2">
            <a:extLst>
              <a:ext uri="{28A0092B-C50C-407E-A947-70E740481C1C}">
                <a14:useLocalDpi xmlns:a14="http://schemas.microsoft.com/office/drawing/2010/main" val="0"/>
              </a:ext>
            </a:extLst>
          </a:blip>
          <a:srcRect l="81092" r="1033"/>
          <a:stretch>
            <a:fillRect/>
          </a:stretch>
        </p:blipFill>
        <p:spPr>
          <a:xfrm>
            <a:off x="6442047" y="2724355"/>
            <a:ext cx="939800" cy="3250201"/>
          </a:xfrm>
          <a:prstGeom prst="rect">
            <a:avLst/>
          </a:prstGeom>
        </p:spPr>
      </p:pic>
      <p:pic>
        <p:nvPicPr>
          <p:cNvPr id="8" name="Picture 7">
            <a:extLst>
              <a:ext uri="{FF2B5EF4-FFF2-40B4-BE49-F238E27FC236}">
                <a16:creationId xmlns:a16="http://schemas.microsoft.com/office/drawing/2014/main" id="{CAFE0A4A-7B83-A4E4-E05B-030F88E02C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1915" y="2293141"/>
            <a:ext cx="3611885" cy="3009904"/>
          </a:xfrm>
          <a:prstGeom prst="rect">
            <a:avLst/>
          </a:prstGeom>
        </p:spPr>
      </p:pic>
      <p:sp>
        <p:nvSpPr>
          <p:cNvPr id="9" name="Arrow: Up 8">
            <a:extLst>
              <a:ext uri="{FF2B5EF4-FFF2-40B4-BE49-F238E27FC236}">
                <a16:creationId xmlns:a16="http://schemas.microsoft.com/office/drawing/2014/main" id="{16C9D659-AD63-373E-8329-15509FBF0D44}"/>
              </a:ext>
            </a:extLst>
          </p:cNvPr>
          <p:cNvSpPr/>
          <p:nvPr/>
        </p:nvSpPr>
        <p:spPr>
          <a:xfrm>
            <a:off x="6664297" y="3231061"/>
            <a:ext cx="444500" cy="826293"/>
          </a:xfrm>
          <a:prstGeom prst="upArrow">
            <a:avLst/>
          </a:prstGeom>
          <a:solidFill>
            <a:srgbClr val="86B8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7FF21249-1CB5-C322-F9D2-B1109F6E0591}"/>
              </a:ext>
            </a:extLst>
          </p:cNvPr>
          <p:cNvGrpSpPr/>
          <p:nvPr/>
        </p:nvGrpSpPr>
        <p:grpSpPr>
          <a:xfrm>
            <a:off x="6248402" y="1313859"/>
            <a:ext cx="1077562" cy="1230459"/>
            <a:chOff x="6796592" y="1207601"/>
            <a:chExt cx="1077562" cy="1230459"/>
          </a:xfrm>
        </p:grpSpPr>
        <p:pic>
          <p:nvPicPr>
            <p:cNvPr id="11" name="Graphic 10">
              <a:extLst>
                <a:ext uri="{FF2B5EF4-FFF2-40B4-BE49-F238E27FC236}">
                  <a16:creationId xmlns:a16="http://schemas.microsoft.com/office/drawing/2014/main" id="{43EC2C7D-4AD8-37A1-3B07-4E8257729A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34200" y="1492062"/>
              <a:ext cx="939954" cy="945998"/>
            </a:xfrm>
            <a:prstGeom prst="rect">
              <a:avLst/>
            </a:prstGeom>
          </p:spPr>
        </p:pic>
        <p:sp>
          <p:nvSpPr>
            <p:cNvPr id="12" name="Oval 11">
              <a:extLst>
                <a:ext uri="{FF2B5EF4-FFF2-40B4-BE49-F238E27FC236}">
                  <a16:creationId xmlns:a16="http://schemas.microsoft.com/office/drawing/2014/main" id="{9D2BD5AD-514E-4E96-E054-94712365F4F5}"/>
                </a:ext>
              </a:extLst>
            </p:cNvPr>
            <p:cNvSpPr/>
            <p:nvPr/>
          </p:nvSpPr>
          <p:spPr>
            <a:xfrm>
              <a:off x="6796592" y="1207601"/>
              <a:ext cx="1077562" cy="1005565"/>
            </a:xfrm>
            <a:prstGeom prst="ellipse">
              <a:avLst/>
            </a:prstGeom>
            <a:gradFill flip="none" rotWithShape="1">
              <a:gsLst>
                <a:gs pos="0">
                  <a:srgbClr val="FFFF66">
                    <a:alpha val="70000"/>
                  </a:srgbClr>
                </a:gs>
                <a:gs pos="19000">
                  <a:srgbClr val="FFFF99">
                    <a:alpha val="60000"/>
                  </a:srgbClr>
                </a:gs>
                <a:gs pos="57000">
                  <a:srgbClr val="FFFFCC">
                    <a:alpha val="20000"/>
                  </a:srgbClr>
                </a:gs>
                <a:gs pos="10000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48500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5DB127-1FDD-CB0C-BB0E-41EB7D4D28BE}"/>
              </a:ext>
            </a:extLst>
          </p:cNvPr>
          <p:cNvSpPr>
            <a:spLocks noGrp="1"/>
          </p:cNvSpPr>
          <p:nvPr>
            <p:ph idx="1"/>
          </p:nvPr>
        </p:nvSpPr>
        <p:spPr/>
        <p:txBody>
          <a:bodyPr/>
          <a:lstStyle/>
          <a:p>
            <a:r>
              <a:rPr lang="en-US" dirty="0"/>
              <a:t>We can compute categorical contrasts and marginal effects with our models in R in a couple of ways</a:t>
            </a:r>
          </a:p>
        </p:txBody>
      </p:sp>
      <p:sp>
        <p:nvSpPr>
          <p:cNvPr id="3" name="Title 2">
            <a:extLst>
              <a:ext uri="{FF2B5EF4-FFF2-40B4-BE49-F238E27FC236}">
                <a16:creationId xmlns:a16="http://schemas.microsoft.com/office/drawing/2014/main" id="{336473EC-4857-F07A-72BF-59FA3E0F191A}"/>
              </a:ext>
            </a:extLst>
          </p:cNvPr>
          <p:cNvSpPr>
            <a:spLocks noGrp="1"/>
          </p:cNvSpPr>
          <p:nvPr>
            <p:ph type="ctrTitle"/>
          </p:nvPr>
        </p:nvSpPr>
        <p:spPr/>
        <p:txBody>
          <a:bodyPr/>
          <a:lstStyle/>
          <a:p>
            <a:r>
              <a:rPr lang="en-US" dirty="0"/>
              <a:t>Implementation</a:t>
            </a:r>
          </a:p>
        </p:txBody>
      </p:sp>
      <p:sp>
        <p:nvSpPr>
          <p:cNvPr id="4" name="Date Placeholder 3">
            <a:extLst>
              <a:ext uri="{FF2B5EF4-FFF2-40B4-BE49-F238E27FC236}">
                <a16:creationId xmlns:a16="http://schemas.microsoft.com/office/drawing/2014/main" id="{F0AA9DC9-C004-4D09-FBA2-1A0916E18DD6}"/>
              </a:ext>
            </a:extLst>
          </p:cNvPr>
          <p:cNvSpPr>
            <a:spLocks noGrp="1"/>
          </p:cNvSpPr>
          <p:nvPr>
            <p:ph type="dt" sz="half" idx="10"/>
          </p:nvPr>
        </p:nvSpPr>
        <p:spPr/>
        <p:txBody>
          <a:bodyPr/>
          <a:lstStyle/>
          <a:p>
            <a:fld id="{403F6159-7C2D-49AA-BA55-C4F81030DC8C}" type="datetime1">
              <a:rPr lang="en-US" smtClean="0"/>
              <a:pPr/>
              <a:t>10/7/2026</a:t>
            </a:fld>
            <a:endParaRPr lang="en-US" i="1"/>
          </a:p>
        </p:txBody>
      </p:sp>
      <p:grpSp>
        <p:nvGrpSpPr>
          <p:cNvPr id="16" name="Group 15">
            <a:extLst>
              <a:ext uri="{FF2B5EF4-FFF2-40B4-BE49-F238E27FC236}">
                <a16:creationId xmlns:a16="http://schemas.microsoft.com/office/drawing/2014/main" id="{F02E698A-F0FE-585F-183C-55C5726EB8F3}"/>
              </a:ext>
            </a:extLst>
          </p:cNvPr>
          <p:cNvGrpSpPr/>
          <p:nvPr/>
        </p:nvGrpSpPr>
        <p:grpSpPr>
          <a:xfrm>
            <a:off x="1112520" y="2580728"/>
            <a:ext cx="10241280" cy="965436"/>
            <a:chOff x="1112520" y="2580728"/>
            <a:chExt cx="10241280" cy="965436"/>
          </a:xfrm>
        </p:grpSpPr>
        <p:sp>
          <p:nvSpPr>
            <p:cNvPr id="5" name="Rectangle 4">
              <a:extLst>
                <a:ext uri="{FF2B5EF4-FFF2-40B4-BE49-F238E27FC236}">
                  <a16:creationId xmlns:a16="http://schemas.microsoft.com/office/drawing/2014/main" id="{4199D440-59D4-79B0-23E5-0FB4ECA230F2}"/>
                </a:ext>
              </a:extLst>
            </p:cNvPr>
            <p:cNvSpPr/>
            <p:nvPr/>
          </p:nvSpPr>
          <p:spPr>
            <a:xfrm>
              <a:off x="1112520" y="2580728"/>
              <a:ext cx="10241280" cy="965436"/>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a:r>
                <a:rPr lang="en-US" dirty="0">
                  <a:latin typeface="Noto Sans" panose="020B0502040504020204" pitchFamily="34" charset="0"/>
                  <a:ea typeface="Noto Sans" panose="020B0502040504020204" pitchFamily="34" charset="0"/>
                  <a:cs typeface="Noto Sans" panose="020B0502040504020204" pitchFamily="34" charset="0"/>
                </a:rPr>
                <a:t>Base R:  </a:t>
              </a:r>
              <a:r>
                <a:rPr lang="en-US" dirty="0">
                  <a:latin typeface="Cascadia Code" panose="020B0609020000020004" pitchFamily="49" charset="0"/>
                  <a:ea typeface="Noto Sans" panose="020B0502040504020204" pitchFamily="34" charset="0"/>
                  <a:cs typeface="Cascadia Code" panose="020B0609020000020004" pitchFamily="49" charset="0"/>
                </a:rPr>
                <a:t>fitted() </a:t>
              </a:r>
              <a:r>
                <a:rPr lang="en-US" dirty="0">
                  <a:latin typeface="Noto Sans" panose="020B0502040504020204" pitchFamily="34" charset="0"/>
                  <a:ea typeface="Noto Sans" panose="020B0502040504020204" pitchFamily="34" charset="0"/>
                  <a:cs typeface="Noto Sans" panose="020B0502040504020204" pitchFamily="34" charset="0"/>
                </a:rPr>
                <a:t>and  </a:t>
              </a:r>
              <a:r>
                <a:rPr lang="en-US" dirty="0">
                  <a:latin typeface="Cascadia Code" panose="020B0609020000020004" pitchFamily="49" charset="0"/>
                  <a:ea typeface="Noto Sans" panose="020B0502040504020204" pitchFamily="34" charset="0"/>
                  <a:cs typeface="Cascadia Code" panose="020B0609020000020004" pitchFamily="49" charset="0"/>
                </a:rPr>
                <a:t>predict() </a:t>
              </a:r>
              <a:r>
                <a:rPr lang="en-US" dirty="0">
                  <a:latin typeface="Noto Sans" panose="020B0502040504020204" pitchFamily="34" charset="0"/>
                  <a:ea typeface="Noto Sans" panose="020B0502040504020204" pitchFamily="34" charset="0"/>
                  <a:cs typeface="Noto Sans" panose="020B0502040504020204" pitchFamily="34" charset="0"/>
                </a:rPr>
                <a:t>with manual post-processing</a:t>
              </a:r>
              <a:endParaRPr lang="en-US" dirty="0">
                <a:latin typeface="Cascadia Code" panose="020B0609020000020004" pitchFamily="49" charset="0"/>
                <a:ea typeface="Noto Sans" panose="020B0502040504020204" pitchFamily="34" charset="0"/>
                <a:cs typeface="Cascadia Code" panose="020B0609020000020004" pitchFamily="49" charset="0"/>
              </a:endParaRPr>
            </a:p>
          </p:txBody>
        </p:sp>
        <p:pic>
          <p:nvPicPr>
            <p:cNvPr id="10" name="Graphic 9">
              <a:extLst>
                <a:ext uri="{FF2B5EF4-FFF2-40B4-BE49-F238E27FC236}">
                  <a16:creationId xmlns:a16="http://schemas.microsoft.com/office/drawing/2014/main" id="{46AEEAF4-8BF4-D9EF-A6EC-9ED9131F15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17246" y="2771636"/>
              <a:ext cx="734422" cy="565867"/>
            </a:xfrm>
            <a:prstGeom prst="rect">
              <a:avLst/>
            </a:prstGeom>
          </p:spPr>
        </p:pic>
      </p:grpSp>
      <p:grpSp>
        <p:nvGrpSpPr>
          <p:cNvPr id="15" name="Group 14">
            <a:extLst>
              <a:ext uri="{FF2B5EF4-FFF2-40B4-BE49-F238E27FC236}">
                <a16:creationId xmlns:a16="http://schemas.microsoft.com/office/drawing/2014/main" id="{083EEBD7-53BC-E8B7-B083-5FED8D494688}"/>
              </a:ext>
            </a:extLst>
          </p:cNvPr>
          <p:cNvGrpSpPr/>
          <p:nvPr/>
        </p:nvGrpSpPr>
        <p:grpSpPr>
          <a:xfrm>
            <a:off x="1112520" y="3794924"/>
            <a:ext cx="10241280" cy="965436"/>
            <a:chOff x="1112520" y="3794924"/>
            <a:chExt cx="10241280" cy="965436"/>
          </a:xfrm>
        </p:grpSpPr>
        <p:sp>
          <p:nvSpPr>
            <p:cNvPr id="11" name="Rectangle 10">
              <a:extLst>
                <a:ext uri="{FF2B5EF4-FFF2-40B4-BE49-F238E27FC236}">
                  <a16:creationId xmlns:a16="http://schemas.microsoft.com/office/drawing/2014/main" id="{EAF00FEA-C80B-4A1A-54AD-C455DC9B83DB}"/>
                </a:ext>
              </a:extLst>
            </p:cNvPr>
            <p:cNvSpPr/>
            <p:nvPr/>
          </p:nvSpPr>
          <p:spPr>
            <a:xfrm>
              <a:off x="1112520" y="3794924"/>
              <a:ext cx="10241280" cy="965436"/>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lvl="1"/>
              <a:r>
                <a:rPr lang="en-US" dirty="0" err="1">
                  <a:latin typeface="Cascadia Code" panose="020B0609020000020004" pitchFamily="49" charset="0"/>
                  <a:cs typeface="Cascadia Code" panose="020B0609020000020004" pitchFamily="49" charset="0"/>
                </a:rPr>
                <a:t>emmeans</a:t>
              </a:r>
              <a:r>
                <a:rPr lang="en-US" dirty="0"/>
                <a:t>: </a:t>
              </a:r>
              <a:r>
                <a:rPr lang="en-US" dirty="0">
                  <a:latin typeface="Noto Sans" panose="020B0502040504020204" pitchFamily="34" charset="0"/>
                  <a:ea typeface="Noto Sans" panose="020B0502040504020204" pitchFamily="34" charset="0"/>
                  <a:cs typeface="Noto Sans" panose="020B0502040504020204" pitchFamily="34" charset="0"/>
                </a:rPr>
                <a:t>library designed for performing statistical contrasts and marginal effects</a:t>
              </a:r>
            </a:p>
          </p:txBody>
        </p:sp>
        <p:pic>
          <p:nvPicPr>
            <p:cNvPr id="8" name="Graphic 7">
              <a:extLst>
                <a:ext uri="{FF2B5EF4-FFF2-40B4-BE49-F238E27FC236}">
                  <a16:creationId xmlns:a16="http://schemas.microsoft.com/office/drawing/2014/main" id="{1D5D62C7-DB5C-03FE-52D6-5800ADD5B7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8632" y="3901047"/>
              <a:ext cx="651650" cy="753190"/>
            </a:xfrm>
            <a:prstGeom prst="rect">
              <a:avLst/>
            </a:prstGeom>
          </p:spPr>
        </p:pic>
      </p:grpSp>
      <p:grpSp>
        <p:nvGrpSpPr>
          <p:cNvPr id="14" name="Group 13">
            <a:extLst>
              <a:ext uri="{FF2B5EF4-FFF2-40B4-BE49-F238E27FC236}">
                <a16:creationId xmlns:a16="http://schemas.microsoft.com/office/drawing/2014/main" id="{379BD27B-F312-877F-6D79-A27D3BB1F769}"/>
              </a:ext>
            </a:extLst>
          </p:cNvPr>
          <p:cNvGrpSpPr/>
          <p:nvPr/>
        </p:nvGrpSpPr>
        <p:grpSpPr>
          <a:xfrm>
            <a:off x="1112520" y="5009120"/>
            <a:ext cx="10241280" cy="965436"/>
            <a:chOff x="1112520" y="5009120"/>
            <a:chExt cx="10241280" cy="965436"/>
          </a:xfrm>
        </p:grpSpPr>
        <p:sp>
          <p:nvSpPr>
            <p:cNvPr id="13" name="Rectangle 12">
              <a:extLst>
                <a:ext uri="{FF2B5EF4-FFF2-40B4-BE49-F238E27FC236}">
                  <a16:creationId xmlns:a16="http://schemas.microsoft.com/office/drawing/2014/main" id="{F0B1CBDC-1C31-2CEE-568A-E2C41368CD95}"/>
                </a:ext>
              </a:extLst>
            </p:cNvPr>
            <p:cNvSpPr/>
            <p:nvPr/>
          </p:nvSpPr>
          <p:spPr>
            <a:xfrm>
              <a:off x="1112520" y="5009120"/>
              <a:ext cx="10241280" cy="965436"/>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lvl="1"/>
              <a:r>
                <a:rPr lang="en-US" dirty="0" err="1">
                  <a:latin typeface="Cascadia Code" panose="020B0609020000020004" pitchFamily="49" charset="0"/>
                  <a:cs typeface="Cascadia Code" panose="020B0609020000020004" pitchFamily="49" charset="0"/>
                </a:rPr>
                <a:t>marginaleffects</a:t>
              </a:r>
              <a:r>
                <a:rPr lang="en-US" dirty="0"/>
                <a:t>: </a:t>
              </a:r>
              <a:r>
                <a:rPr lang="en-US" dirty="0">
                  <a:latin typeface="Noto Sans" panose="020B0502040504020204" pitchFamily="34" charset="0"/>
                  <a:ea typeface="Noto Sans" panose="020B0502040504020204" pitchFamily="34" charset="0"/>
                  <a:cs typeface="Noto Sans" panose="020B0502040504020204" pitchFamily="34" charset="0"/>
                </a:rPr>
                <a:t>library works like </a:t>
              </a:r>
              <a:r>
                <a:rPr lang="en-US" dirty="0" err="1">
                  <a:latin typeface="Noto Sans" panose="020B0502040504020204" pitchFamily="34" charset="0"/>
                  <a:ea typeface="Noto Sans" panose="020B0502040504020204" pitchFamily="34" charset="0"/>
                  <a:cs typeface="Noto Sans" panose="020B0502040504020204" pitchFamily="34" charset="0"/>
                </a:rPr>
                <a:t>emmeans</a:t>
              </a:r>
              <a:r>
                <a:rPr lang="en-US" dirty="0">
                  <a:latin typeface="Noto Sans" panose="020B0502040504020204" pitchFamily="34" charset="0"/>
                  <a:ea typeface="Noto Sans" panose="020B0502040504020204" pitchFamily="34" charset="0"/>
                  <a:cs typeface="Noto Sans" panose="020B0502040504020204" pitchFamily="34" charset="0"/>
                </a:rPr>
                <a:t> but also optimized for visualization</a:t>
              </a:r>
            </a:p>
          </p:txBody>
        </p:sp>
        <p:pic>
          <p:nvPicPr>
            <p:cNvPr id="6" name="Graphic 5">
              <a:extLst>
                <a:ext uri="{FF2B5EF4-FFF2-40B4-BE49-F238E27FC236}">
                  <a16:creationId xmlns:a16="http://schemas.microsoft.com/office/drawing/2014/main" id="{624DA71C-7174-1873-1658-8C71377B2A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84407" y="5234193"/>
              <a:ext cx="800100" cy="567711"/>
            </a:xfrm>
            <a:prstGeom prst="rect">
              <a:avLst/>
            </a:prstGeom>
          </p:spPr>
        </p:pic>
      </p:grpSp>
    </p:spTree>
    <p:extLst>
      <p:ext uri="{BB962C8B-B14F-4D97-AF65-F5344CB8AC3E}">
        <p14:creationId xmlns:p14="http://schemas.microsoft.com/office/powerpoint/2010/main" val="18144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E7FC09-D03C-A41F-6E86-144B7CCF88D5}"/>
              </a:ext>
            </a:extLst>
          </p:cNvPr>
          <p:cNvSpPr>
            <a:spLocks noGrp="1"/>
          </p:cNvSpPr>
          <p:nvPr>
            <p:ph type="ctrTitle"/>
          </p:nvPr>
        </p:nvSpPr>
        <p:spPr/>
        <p:txBody>
          <a:bodyPr/>
          <a:lstStyle/>
          <a:p>
            <a:r>
              <a:rPr lang="en-US" dirty="0"/>
              <a:t>Example model</a:t>
            </a:r>
          </a:p>
        </p:txBody>
      </p:sp>
      <p:sp>
        <p:nvSpPr>
          <p:cNvPr id="4" name="Date Placeholder 3">
            <a:extLst>
              <a:ext uri="{FF2B5EF4-FFF2-40B4-BE49-F238E27FC236}">
                <a16:creationId xmlns:a16="http://schemas.microsoft.com/office/drawing/2014/main" id="{EE21B3B1-F9D8-8E7E-74C5-E83214532B29}"/>
              </a:ext>
            </a:extLst>
          </p:cNvPr>
          <p:cNvSpPr>
            <a:spLocks noGrp="1"/>
          </p:cNvSpPr>
          <p:nvPr>
            <p:ph type="dt" sz="half" idx="10"/>
          </p:nvPr>
        </p:nvSpPr>
        <p:spPr/>
        <p:txBody>
          <a:bodyPr/>
          <a:lstStyle/>
          <a:p>
            <a:fld id="{403F6159-7C2D-49AA-BA55-C4F81030DC8C}" type="datetime1">
              <a:rPr lang="en-US" smtClean="0"/>
              <a:pPr/>
              <a:t>10/7/2026</a:t>
            </a:fld>
            <a:endParaRPr lang="en-US" i="1"/>
          </a:p>
        </p:txBody>
      </p:sp>
      <p:grpSp>
        <p:nvGrpSpPr>
          <p:cNvPr id="8" name="Group 7">
            <a:extLst>
              <a:ext uri="{FF2B5EF4-FFF2-40B4-BE49-F238E27FC236}">
                <a16:creationId xmlns:a16="http://schemas.microsoft.com/office/drawing/2014/main" id="{C67E8D8D-0480-680D-3A35-2CE5940F3852}"/>
              </a:ext>
            </a:extLst>
          </p:cNvPr>
          <p:cNvGrpSpPr/>
          <p:nvPr/>
        </p:nvGrpSpPr>
        <p:grpSpPr>
          <a:xfrm>
            <a:off x="847898" y="3130826"/>
            <a:ext cx="3756991" cy="1152939"/>
            <a:chOff x="1043609" y="4432852"/>
            <a:chExt cx="3756991" cy="1152939"/>
          </a:xfrm>
        </p:grpSpPr>
        <p:sp>
          <p:nvSpPr>
            <p:cNvPr id="5" name="Rectangle 4">
              <a:extLst>
                <a:ext uri="{FF2B5EF4-FFF2-40B4-BE49-F238E27FC236}">
                  <a16:creationId xmlns:a16="http://schemas.microsoft.com/office/drawing/2014/main" id="{BDF594B7-888C-9A37-5AD8-57C11ABEE7E9}"/>
                </a:ext>
              </a:extLst>
            </p:cNvPr>
            <p:cNvSpPr/>
            <p:nvPr/>
          </p:nvSpPr>
          <p:spPr>
            <a:xfrm>
              <a:off x="1043609" y="4432852"/>
              <a:ext cx="3756991" cy="1152939"/>
            </a:xfrm>
            <a:prstGeom prst="rect">
              <a:avLst/>
            </a:prstGeom>
            <a:solidFill>
              <a:srgbClr val="5634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latin typeface="Noto Sans" panose="020B0502040504020204" pitchFamily="34" charset="0"/>
                  <a:ea typeface="Noto Sans" panose="020B0502040504020204" pitchFamily="34" charset="0"/>
                  <a:cs typeface="Noto Sans" panose="020B0502040504020204" pitchFamily="34" charset="0"/>
                </a:rPr>
                <a:t>Outcome</a:t>
              </a:r>
            </a:p>
          </p:txBody>
        </p:sp>
        <p:sp>
          <p:nvSpPr>
            <p:cNvPr id="6" name="Rectangle 5">
              <a:extLst>
                <a:ext uri="{FF2B5EF4-FFF2-40B4-BE49-F238E27FC236}">
                  <a16:creationId xmlns:a16="http://schemas.microsoft.com/office/drawing/2014/main" id="{EEB010A2-D2AA-99A0-55B2-ED002783073B}"/>
                </a:ext>
              </a:extLst>
            </p:cNvPr>
            <p:cNvSpPr/>
            <p:nvPr/>
          </p:nvSpPr>
          <p:spPr>
            <a:xfrm>
              <a:off x="1152939" y="4562061"/>
              <a:ext cx="1580322" cy="672721"/>
            </a:xfrm>
            <a:prstGeom prst="rect">
              <a:avLst/>
            </a:prstGeom>
            <a:solidFill>
              <a:srgbClr val="6D9C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Noto Sans" panose="020B0502040504020204" pitchFamily="34" charset="0"/>
                  <a:ea typeface="Noto Sans" panose="020B0502040504020204" pitchFamily="34" charset="0"/>
                  <a:cs typeface="Noto Sans" panose="020B0502040504020204" pitchFamily="34" charset="0"/>
                </a:rPr>
                <a:t>correct</a:t>
              </a:r>
            </a:p>
          </p:txBody>
        </p:sp>
        <p:sp>
          <p:nvSpPr>
            <p:cNvPr id="7" name="Rectangle 6">
              <a:extLst>
                <a:ext uri="{FF2B5EF4-FFF2-40B4-BE49-F238E27FC236}">
                  <a16:creationId xmlns:a16="http://schemas.microsoft.com/office/drawing/2014/main" id="{229D673D-AB25-BD11-1F6E-C6BAB5F65888}"/>
                </a:ext>
              </a:extLst>
            </p:cNvPr>
            <p:cNvSpPr/>
            <p:nvPr/>
          </p:nvSpPr>
          <p:spPr>
            <a:xfrm>
              <a:off x="3105978" y="4562060"/>
              <a:ext cx="1580322" cy="672721"/>
            </a:xfrm>
            <a:prstGeom prst="rect">
              <a:avLst/>
            </a:prstGeom>
            <a:solidFill>
              <a:srgbClr val="814F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Noto Sans" panose="020B0502040504020204" pitchFamily="34" charset="0"/>
                  <a:ea typeface="Noto Sans" panose="020B0502040504020204" pitchFamily="34" charset="0"/>
                  <a:cs typeface="Noto Sans" panose="020B0502040504020204" pitchFamily="34" charset="0"/>
                </a:rPr>
                <a:t>incorrect</a:t>
              </a:r>
            </a:p>
          </p:txBody>
        </p:sp>
      </p:grpSp>
      <p:grpSp>
        <p:nvGrpSpPr>
          <p:cNvPr id="13" name="Group 12">
            <a:extLst>
              <a:ext uri="{FF2B5EF4-FFF2-40B4-BE49-F238E27FC236}">
                <a16:creationId xmlns:a16="http://schemas.microsoft.com/office/drawing/2014/main" id="{BF8B5AF7-099E-A8DF-5C82-D548ED465D05}"/>
              </a:ext>
            </a:extLst>
          </p:cNvPr>
          <p:cNvGrpSpPr/>
          <p:nvPr/>
        </p:nvGrpSpPr>
        <p:grpSpPr>
          <a:xfrm>
            <a:off x="7475294" y="1868557"/>
            <a:ext cx="3756991" cy="1152939"/>
            <a:chOff x="838200" y="4081844"/>
            <a:chExt cx="3756991" cy="1152939"/>
          </a:xfrm>
        </p:grpSpPr>
        <p:sp>
          <p:nvSpPr>
            <p:cNvPr id="10" name="Rectangle 9">
              <a:extLst>
                <a:ext uri="{FF2B5EF4-FFF2-40B4-BE49-F238E27FC236}">
                  <a16:creationId xmlns:a16="http://schemas.microsoft.com/office/drawing/2014/main" id="{3A92F41C-4CAF-251D-C0AC-149A3D2A5569}"/>
                </a:ext>
              </a:extLst>
            </p:cNvPr>
            <p:cNvSpPr/>
            <p:nvPr/>
          </p:nvSpPr>
          <p:spPr>
            <a:xfrm>
              <a:off x="838200" y="4081844"/>
              <a:ext cx="3756991" cy="1152939"/>
            </a:xfrm>
            <a:prstGeom prst="rect">
              <a:avLst/>
            </a:prstGeom>
            <a:solidFill>
              <a:srgbClr val="5634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latin typeface="Noto Sans" panose="020B0502040504020204" pitchFamily="34" charset="0"/>
                  <a:ea typeface="Noto Sans" panose="020B0502040504020204" pitchFamily="34" charset="0"/>
                  <a:cs typeface="Noto Sans" panose="020B0502040504020204" pitchFamily="34" charset="0"/>
                </a:rPr>
                <a:t>Predictor</a:t>
              </a:r>
            </a:p>
          </p:txBody>
        </p:sp>
        <p:sp>
          <p:nvSpPr>
            <p:cNvPr id="11" name="Rectangle 10">
              <a:extLst>
                <a:ext uri="{FF2B5EF4-FFF2-40B4-BE49-F238E27FC236}">
                  <a16:creationId xmlns:a16="http://schemas.microsoft.com/office/drawing/2014/main" id="{0C40C43A-39DE-59E9-8055-EB06D5DF4C05}"/>
                </a:ext>
              </a:extLst>
            </p:cNvPr>
            <p:cNvSpPr/>
            <p:nvPr/>
          </p:nvSpPr>
          <p:spPr>
            <a:xfrm>
              <a:off x="947529" y="4211053"/>
              <a:ext cx="3533361" cy="672721"/>
            </a:xfrm>
            <a:prstGeom prst="rect">
              <a:avLst/>
            </a:prstGeom>
            <a:gradFill flip="none" rotWithShape="1">
              <a:gsLst>
                <a:gs pos="0">
                  <a:srgbClr val="86B858"/>
                </a:gs>
                <a:gs pos="100000">
                  <a:srgbClr val="814F59"/>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Noto Sans" panose="020B0502040504020204" pitchFamily="34" charset="0"/>
                  <a:ea typeface="Noto Sans" panose="020B0502040504020204" pitchFamily="34" charset="0"/>
                  <a:cs typeface="Noto Sans" panose="020B0502040504020204" pitchFamily="34" charset="0"/>
                </a:rPr>
                <a:t>Age</a:t>
              </a:r>
            </a:p>
          </p:txBody>
        </p:sp>
      </p:grpSp>
      <p:grpSp>
        <p:nvGrpSpPr>
          <p:cNvPr id="14" name="Group 13">
            <a:extLst>
              <a:ext uri="{FF2B5EF4-FFF2-40B4-BE49-F238E27FC236}">
                <a16:creationId xmlns:a16="http://schemas.microsoft.com/office/drawing/2014/main" id="{2738AD6A-91C8-4C8B-B20C-9BC55CF5EE58}"/>
              </a:ext>
            </a:extLst>
          </p:cNvPr>
          <p:cNvGrpSpPr/>
          <p:nvPr/>
        </p:nvGrpSpPr>
        <p:grpSpPr>
          <a:xfrm>
            <a:off x="7477781" y="3130825"/>
            <a:ext cx="3756991" cy="1152939"/>
            <a:chOff x="838200" y="4081844"/>
            <a:chExt cx="3756991" cy="1152939"/>
          </a:xfrm>
        </p:grpSpPr>
        <p:sp>
          <p:nvSpPr>
            <p:cNvPr id="15" name="Rectangle 14">
              <a:extLst>
                <a:ext uri="{FF2B5EF4-FFF2-40B4-BE49-F238E27FC236}">
                  <a16:creationId xmlns:a16="http://schemas.microsoft.com/office/drawing/2014/main" id="{9FB4BF3E-D9EB-076A-35CF-2AEA035E86B7}"/>
                </a:ext>
              </a:extLst>
            </p:cNvPr>
            <p:cNvSpPr/>
            <p:nvPr/>
          </p:nvSpPr>
          <p:spPr>
            <a:xfrm>
              <a:off x="838200" y="4081844"/>
              <a:ext cx="3756991" cy="1152939"/>
            </a:xfrm>
            <a:prstGeom prst="rect">
              <a:avLst/>
            </a:prstGeom>
            <a:solidFill>
              <a:srgbClr val="5634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latin typeface="Noto Sans" panose="020B0502040504020204" pitchFamily="34" charset="0"/>
                  <a:ea typeface="Noto Sans" panose="020B0502040504020204" pitchFamily="34" charset="0"/>
                  <a:cs typeface="Noto Sans" panose="020B0502040504020204" pitchFamily="34" charset="0"/>
                </a:rPr>
                <a:t>Predictor</a:t>
              </a:r>
            </a:p>
          </p:txBody>
        </p:sp>
        <p:sp>
          <p:nvSpPr>
            <p:cNvPr id="16" name="Rectangle 15">
              <a:extLst>
                <a:ext uri="{FF2B5EF4-FFF2-40B4-BE49-F238E27FC236}">
                  <a16:creationId xmlns:a16="http://schemas.microsoft.com/office/drawing/2014/main" id="{BC05EDF5-C63A-CFCB-543E-AA8FCEE5B601}"/>
                </a:ext>
              </a:extLst>
            </p:cNvPr>
            <p:cNvSpPr/>
            <p:nvPr/>
          </p:nvSpPr>
          <p:spPr>
            <a:xfrm>
              <a:off x="947529" y="4211053"/>
              <a:ext cx="3533361" cy="672721"/>
            </a:xfrm>
            <a:prstGeom prst="rect">
              <a:avLst/>
            </a:prstGeom>
            <a:gradFill flip="none" rotWithShape="1">
              <a:gsLst>
                <a:gs pos="0">
                  <a:srgbClr val="86B858"/>
                </a:gs>
                <a:gs pos="100000">
                  <a:srgbClr val="814F59"/>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Noto Sans" panose="020B0502040504020204" pitchFamily="34" charset="0"/>
                  <a:ea typeface="Noto Sans" panose="020B0502040504020204" pitchFamily="34" charset="0"/>
                  <a:cs typeface="Noto Sans" panose="020B0502040504020204" pitchFamily="34" charset="0"/>
                </a:rPr>
                <a:t>Trial</a:t>
              </a:r>
            </a:p>
          </p:txBody>
        </p:sp>
      </p:grpSp>
      <p:sp>
        <p:nvSpPr>
          <p:cNvPr id="18" name="Rectangle 17">
            <a:extLst>
              <a:ext uri="{FF2B5EF4-FFF2-40B4-BE49-F238E27FC236}">
                <a16:creationId xmlns:a16="http://schemas.microsoft.com/office/drawing/2014/main" id="{C0ECE608-AECD-96BD-F3F4-53A1E6FA0BB0}"/>
              </a:ext>
            </a:extLst>
          </p:cNvPr>
          <p:cNvSpPr/>
          <p:nvPr/>
        </p:nvSpPr>
        <p:spPr>
          <a:xfrm>
            <a:off x="7475294" y="4412973"/>
            <a:ext cx="3756991" cy="1152939"/>
          </a:xfrm>
          <a:prstGeom prst="rect">
            <a:avLst/>
          </a:prstGeom>
          <a:solidFill>
            <a:srgbClr val="5634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latin typeface="Noto Sans" panose="020B0502040504020204" pitchFamily="34" charset="0"/>
                <a:ea typeface="Noto Sans" panose="020B0502040504020204" pitchFamily="34" charset="0"/>
                <a:cs typeface="Noto Sans" panose="020B0502040504020204" pitchFamily="34" charset="0"/>
              </a:rPr>
              <a:t>Predictor</a:t>
            </a:r>
          </a:p>
        </p:txBody>
      </p:sp>
      <p:sp>
        <p:nvSpPr>
          <p:cNvPr id="19" name="Rectangle 18">
            <a:extLst>
              <a:ext uri="{FF2B5EF4-FFF2-40B4-BE49-F238E27FC236}">
                <a16:creationId xmlns:a16="http://schemas.microsoft.com/office/drawing/2014/main" id="{240E8F31-A098-8097-3A86-58442FBB87EC}"/>
              </a:ext>
            </a:extLst>
          </p:cNvPr>
          <p:cNvSpPr/>
          <p:nvPr/>
        </p:nvSpPr>
        <p:spPr>
          <a:xfrm>
            <a:off x="7584624" y="4542182"/>
            <a:ext cx="1580322" cy="672721"/>
          </a:xfrm>
          <a:prstGeom prst="rect">
            <a:avLst/>
          </a:prstGeom>
          <a:solidFill>
            <a:srgbClr val="6D9C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Noto Sans" panose="020B0502040504020204" pitchFamily="34" charset="0"/>
                <a:ea typeface="Noto Sans" panose="020B0502040504020204" pitchFamily="34" charset="0"/>
                <a:cs typeface="Noto Sans" panose="020B0502040504020204" pitchFamily="34" charset="0"/>
              </a:rPr>
              <a:t>Fear</a:t>
            </a:r>
          </a:p>
        </p:txBody>
      </p:sp>
      <p:sp>
        <p:nvSpPr>
          <p:cNvPr id="20" name="Rectangle 19">
            <a:extLst>
              <a:ext uri="{FF2B5EF4-FFF2-40B4-BE49-F238E27FC236}">
                <a16:creationId xmlns:a16="http://schemas.microsoft.com/office/drawing/2014/main" id="{2230C96E-66B5-4E79-FF09-798F789257E7}"/>
              </a:ext>
            </a:extLst>
          </p:cNvPr>
          <p:cNvSpPr/>
          <p:nvPr/>
        </p:nvSpPr>
        <p:spPr>
          <a:xfrm>
            <a:off x="9537663" y="4542181"/>
            <a:ext cx="1580322" cy="672721"/>
          </a:xfrm>
          <a:prstGeom prst="rect">
            <a:avLst/>
          </a:prstGeom>
          <a:solidFill>
            <a:srgbClr val="814F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Noto Sans" panose="020B0502040504020204" pitchFamily="34" charset="0"/>
                <a:ea typeface="Noto Sans" panose="020B0502040504020204" pitchFamily="34" charset="0"/>
                <a:cs typeface="Noto Sans" panose="020B0502040504020204" pitchFamily="34" charset="0"/>
              </a:rPr>
              <a:t>Neutral</a:t>
            </a:r>
          </a:p>
        </p:txBody>
      </p:sp>
      <p:sp>
        <p:nvSpPr>
          <p:cNvPr id="24" name="Rectangle 23">
            <a:extLst>
              <a:ext uri="{FF2B5EF4-FFF2-40B4-BE49-F238E27FC236}">
                <a16:creationId xmlns:a16="http://schemas.microsoft.com/office/drawing/2014/main" id="{B534CB89-0601-1238-97BB-39A683B42DC4}"/>
              </a:ext>
            </a:extLst>
          </p:cNvPr>
          <p:cNvSpPr/>
          <p:nvPr/>
        </p:nvSpPr>
        <p:spPr>
          <a:xfrm>
            <a:off x="5410442" y="2445026"/>
            <a:ext cx="1478206" cy="1152939"/>
          </a:xfrm>
          <a:prstGeom prst="rect">
            <a:avLst/>
          </a:prstGeom>
          <a:solidFill>
            <a:srgbClr val="5634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latin typeface="Noto Sans" panose="020B0502040504020204" pitchFamily="34" charset="0"/>
                <a:ea typeface="Noto Sans" panose="020B0502040504020204" pitchFamily="34" charset="0"/>
                <a:cs typeface="Noto Sans" panose="020B0502040504020204" pitchFamily="34" charset="0"/>
              </a:rPr>
              <a:t>Subjects</a:t>
            </a:r>
          </a:p>
        </p:txBody>
      </p:sp>
      <p:sp>
        <p:nvSpPr>
          <p:cNvPr id="25" name="Rectangle 24">
            <a:extLst>
              <a:ext uri="{FF2B5EF4-FFF2-40B4-BE49-F238E27FC236}">
                <a16:creationId xmlns:a16="http://schemas.microsoft.com/office/drawing/2014/main" id="{137C94AE-00DD-4478-3103-E4D8BEB6DE21}"/>
              </a:ext>
            </a:extLst>
          </p:cNvPr>
          <p:cNvSpPr/>
          <p:nvPr/>
        </p:nvSpPr>
        <p:spPr>
          <a:xfrm>
            <a:off x="5523722" y="2574235"/>
            <a:ext cx="1251646" cy="231548"/>
          </a:xfrm>
          <a:prstGeom prst="rect">
            <a:avLst/>
          </a:prstGeom>
          <a:gradFill flip="none" rotWithShape="1">
            <a:gsLst>
              <a:gs pos="0">
                <a:srgbClr val="86B858"/>
              </a:gs>
              <a:gs pos="100000">
                <a:srgbClr val="814F59"/>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Noto Sans" panose="020B0502040504020204" pitchFamily="34" charset="0"/>
                <a:ea typeface="Noto Sans" panose="020B0502040504020204" pitchFamily="34" charset="0"/>
                <a:cs typeface="Noto Sans" panose="020B0502040504020204" pitchFamily="34" charset="0"/>
              </a:rPr>
              <a:t>Trial</a:t>
            </a:r>
          </a:p>
        </p:txBody>
      </p:sp>
      <p:sp>
        <p:nvSpPr>
          <p:cNvPr id="26" name="Rectangle 25">
            <a:extLst>
              <a:ext uri="{FF2B5EF4-FFF2-40B4-BE49-F238E27FC236}">
                <a16:creationId xmlns:a16="http://schemas.microsoft.com/office/drawing/2014/main" id="{90C7003D-D53B-CCDD-6AE8-79596824829C}"/>
              </a:ext>
            </a:extLst>
          </p:cNvPr>
          <p:cNvSpPr/>
          <p:nvPr/>
        </p:nvSpPr>
        <p:spPr>
          <a:xfrm>
            <a:off x="5523722" y="2905657"/>
            <a:ext cx="578273" cy="231549"/>
          </a:xfrm>
          <a:prstGeom prst="rect">
            <a:avLst/>
          </a:prstGeom>
          <a:solidFill>
            <a:srgbClr val="6D9C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latin typeface="Noto Sans" panose="020B0502040504020204" pitchFamily="34" charset="0"/>
                <a:ea typeface="Noto Sans" panose="020B0502040504020204" pitchFamily="34" charset="0"/>
                <a:cs typeface="Noto Sans" panose="020B0502040504020204" pitchFamily="34" charset="0"/>
              </a:rPr>
              <a:t>Fear</a:t>
            </a:r>
          </a:p>
        </p:txBody>
      </p:sp>
      <p:sp>
        <p:nvSpPr>
          <p:cNvPr id="27" name="Rectangle 26">
            <a:extLst>
              <a:ext uri="{FF2B5EF4-FFF2-40B4-BE49-F238E27FC236}">
                <a16:creationId xmlns:a16="http://schemas.microsoft.com/office/drawing/2014/main" id="{BADE0DF1-34DE-ABA5-A3E0-E6ED87DEE5D3}"/>
              </a:ext>
            </a:extLst>
          </p:cNvPr>
          <p:cNvSpPr/>
          <p:nvPr/>
        </p:nvSpPr>
        <p:spPr>
          <a:xfrm>
            <a:off x="6197095" y="2905659"/>
            <a:ext cx="578273" cy="231548"/>
          </a:xfrm>
          <a:prstGeom prst="rect">
            <a:avLst/>
          </a:prstGeom>
          <a:solidFill>
            <a:srgbClr val="814F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latin typeface="Noto Sans" panose="020B0502040504020204" pitchFamily="34" charset="0"/>
                <a:ea typeface="Noto Sans" panose="020B0502040504020204" pitchFamily="34" charset="0"/>
                <a:cs typeface="Noto Sans" panose="020B0502040504020204" pitchFamily="34" charset="0"/>
              </a:rPr>
              <a:t>Neutral</a:t>
            </a:r>
          </a:p>
        </p:txBody>
      </p:sp>
      <p:sp>
        <p:nvSpPr>
          <p:cNvPr id="29" name="Rectangle 28">
            <a:extLst>
              <a:ext uri="{FF2B5EF4-FFF2-40B4-BE49-F238E27FC236}">
                <a16:creationId xmlns:a16="http://schemas.microsoft.com/office/drawing/2014/main" id="{4E4DF4FE-F89C-B625-E6F8-C88DBDFC1A4E}"/>
              </a:ext>
            </a:extLst>
          </p:cNvPr>
          <p:cNvSpPr/>
          <p:nvPr/>
        </p:nvSpPr>
        <p:spPr>
          <a:xfrm>
            <a:off x="5407955" y="4380049"/>
            <a:ext cx="1478206" cy="398913"/>
          </a:xfrm>
          <a:prstGeom prst="rect">
            <a:avLst/>
          </a:prstGeom>
          <a:solidFill>
            <a:srgbClr val="5634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b="1" dirty="0">
                <a:latin typeface="Noto Sans" panose="020B0502040504020204" pitchFamily="34" charset="0"/>
                <a:ea typeface="Noto Sans" panose="020B0502040504020204" pitchFamily="34" charset="0"/>
                <a:cs typeface="Noto Sans" panose="020B0502040504020204" pitchFamily="34" charset="0"/>
              </a:rPr>
              <a:t>Stimuli</a:t>
            </a:r>
          </a:p>
        </p:txBody>
      </p:sp>
      <p:cxnSp>
        <p:nvCxnSpPr>
          <p:cNvPr id="36" name="Straight Arrow Connector 35">
            <a:extLst>
              <a:ext uri="{FF2B5EF4-FFF2-40B4-BE49-F238E27FC236}">
                <a16:creationId xmlns:a16="http://schemas.microsoft.com/office/drawing/2014/main" id="{D91C4482-DFB8-2FAC-23DA-E10500067FDC}"/>
              </a:ext>
            </a:extLst>
          </p:cNvPr>
          <p:cNvCxnSpPr>
            <a:cxnSpLocks/>
            <a:stCxn id="10" idx="1"/>
            <a:endCxn id="24" idx="3"/>
          </p:cNvCxnSpPr>
          <p:nvPr/>
        </p:nvCxnSpPr>
        <p:spPr>
          <a:xfrm flipH="1">
            <a:off x="6888648" y="2445027"/>
            <a:ext cx="586646" cy="576469"/>
          </a:xfrm>
          <a:prstGeom prst="straightConnector1">
            <a:avLst/>
          </a:prstGeom>
          <a:ln w="57150">
            <a:solidFill>
              <a:srgbClr val="6A974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F82BF935-C030-F6C5-05DB-A63CCB82A4C0}"/>
              </a:ext>
            </a:extLst>
          </p:cNvPr>
          <p:cNvCxnSpPr>
            <a:cxnSpLocks/>
            <a:stCxn id="15" idx="1"/>
            <a:endCxn id="24" idx="3"/>
          </p:cNvCxnSpPr>
          <p:nvPr/>
        </p:nvCxnSpPr>
        <p:spPr>
          <a:xfrm flipH="1" flipV="1">
            <a:off x="6888648" y="3021496"/>
            <a:ext cx="589133" cy="685799"/>
          </a:xfrm>
          <a:prstGeom prst="straightConnector1">
            <a:avLst/>
          </a:prstGeom>
          <a:ln w="57150">
            <a:solidFill>
              <a:srgbClr val="6A974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31A9EF1A-B352-4379-1B59-11A589E8C1D9}"/>
              </a:ext>
            </a:extLst>
          </p:cNvPr>
          <p:cNvCxnSpPr>
            <a:cxnSpLocks/>
            <a:stCxn id="18" idx="1"/>
            <a:endCxn id="24" idx="3"/>
          </p:cNvCxnSpPr>
          <p:nvPr/>
        </p:nvCxnSpPr>
        <p:spPr>
          <a:xfrm flipH="1" flipV="1">
            <a:off x="6888648" y="3021496"/>
            <a:ext cx="586646" cy="1967947"/>
          </a:xfrm>
          <a:prstGeom prst="straightConnector1">
            <a:avLst/>
          </a:prstGeom>
          <a:ln w="57150">
            <a:solidFill>
              <a:srgbClr val="6A974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07C8A6E3-0663-7D79-0A2D-3E936181EF6C}"/>
              </a:ext>
            </a:extLst>
          </p:cNvPr>
          <p:cNvCxnSpPr>
            <a:cxnSpLocks/>
            <a:stCxn id="24" idx="1"/>
            <a:endCxn id="5" idx="3"/>
          </p:cNvCxnSpPr>
          <p:nvPr/>
        </p:nvCxnSpPr>
        <p:spPr>
          <a:xfrm flipH="1">
            <a:off x="4604889" y="3021496"/>
            <a:ext cx="805553" cy="685800"/>
          </a:xfrm>
          <a:prstGeom prst="straightConnector1">
            <a:avLst/>
          </a:prstGeom>
          <a:ln w="57150">
            <a:solidFill>
              <a:srgbClr val="6A974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E30E0258-7057-F4AE-F27E-952AAFBCBCD9}"/>
              </a:ext>
            </a:extLst>
          </p:cNvPr>
          <p:cNvCxnSpPr>
            <a:cxnSpLocks/>
            <a:stCxn id="29" idx="1"/>
            <a:endCxn id="5" idx="3"/>
          </p:cNvCxnSpPr>
          <p:nvPr/>
        </p:nvCxnSpPr>
        <p:spPr>
          <a:xfrm flipH="1" flipV="1">
            <a:off x="4604889" y="3707296"/>
            <a:ext cx="803066" cy="872210"/>
          </a:xfrm>
          <a:prstGeom prst="straightConnector1">
            <a:avLst/>
          </a:prstGeom>
          <a:ln w="57150">
            <a:solidFill>
              <a:srgbClr val="6A9741"/>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1411A29F-D731-6C7B-CD63-3E06B26A80EE}"/>
              </a:ext>
            </a:extLst>
          </p:cNvPr>
          <p:cNvSpPr txBox="1"/>
          <p:nvPr/>
        </p:nvSpPr>
        <p:spPr>
          <a:xfrm>
            <a:off x="0" y="5551923"/>
            <a:ext cx="12053300" cy="1169551"/>
          </a:xfrm>
          <a:prstGeom prst="rect">
            <a:avLst/>
          </a:prstGeom>
          <a:noFill/>
        </p:spPr>
        <p:txBody>
          <a:bodyPr wrap="none" rtlCol="0">
            <a:spAutoFit/>
          </a:bodyPr>
          <a:lstStyle/>
          <a:p>
            <a:pPr marL="342900" indent="-342900">
              <a:buBlip>
                <a:blip>
                  <a:extLst>
                    <a:ext uri="{96DAC541-7B7A-43D3-8B79-37D633B846F1}">
                      <asvg:svgBlip xmlns:asvg="http://schemas.microsoft.com/office/drawing/2016/SVG/main" r:embed="rId2"/>
                    </a:ext>
                  </a:extLst>
                </a:blip>
              </a:buBlip>
            </a:pPr>
            <a:r>
              <a:rPr lang="en-US" sz="2000" dirty="0" err="1">
                <a:latin typeface="Cascadia Code" panose="020B0609020000020004" pitchFamily="49" charset="0"/>
                <a:cs typeface="Cascadia Code" panose="020B0609020000020004" pitchFamily="49" charset="0"/>
              </a:rPr>
              <a:t>glmer</a:t>
            </a:r>
            <a:endParaRPr lang="en-US" sz="2000" dirty="0">
              <a:latin typeface="Cascadia Code" panose="020B0609020000020004" pitchFamily="49" charset="0"/>
              <a:cs typeface="Cascadia Code" panose="020B0609020000020004" pitchFamily="49" charset="0"/>
            </a:endParaRPr>
          </a:p>
          <a:p>
            <a:pPr marL="800100" lvl="1" indent="-342900">
              <a:buBlip>
                <a:blip>
                  <a:extLst>
                    <a:ext uri="{96DAC541-7B7A-43D3-8B79-37D633B846F1}">
                      <asvg:svgBlip xmlns:asvg="http://schemas.microsoft.com/office/drawing/2016/SVG/main" r:embed="rId3"/>
                    </a:ext>
                  </a:extLst>
                </a:blip>
              </a:buBlip>
            </a:pPr>
            <a:r>
              <a:rPr lang="en-US" sz="1600" dirty="0">
                <a:latin typeface="Cascadia Code" panose="020B0609020000020004" pitchFamily="49" charset="0"/>
                <a:cs typeface="Cascadia Code" panose="020B0609020000020004" pitchFamily="49" charset="0"/>
              </a:rPr>
              <a:t>formula = Correct ~ Age * Trial * Condition + (1 | Stimulus) + (Trial * Condition | Subject)</a:t>
            </a:r>
          </a:p>
          <a:p>
            <a:pPr marL="800100" lvl="1" indent="-342900">
              <a:buBlip>
                <a:blip>
                  <a:extLst>
                    <a:ext uri="{96DAC541-7B7A-43D3-8B79-37D633B846F1}">
                      <asvg:svgBlip xmlns:asvg="http://schemas.microsoft.com/office/drawing/2016/SVG/main" r:embed="rId3"/>
                    </a:ext>
                  </a:extLst>
                </a:blip>
              </a:buBlip>
            </a:pPr>
            <a:r>
              <a:rPr lang="en-US" sz="1600" dirty="0">
                <a:latin typeface="Cascadia Code" panose="020B0609020000020004" pitchFamily="49" charset="0"/>
                <a:cs typeface="Cascadia Code" panose="020B0609020000020004" pitchFamily="49" charset="0"/>
              </a:rPr>
              <a:t>family = ‘binomial’</a:t>
            </a:r>
          </a:p>
          <a:p>
            <a:endParaRPr lang="en-US" dirty="0"/>
          </a:p>
        </p:txBody>
      </p:sp>
    </p:spTree>
    <p:extLst>
      <p:ext uri="{BB962C8B-B14F-4D97-AF65-F5344CB8AC3E}">
        <p14:creationId xmlns:p14="http://schemas.microsoft.com/office/powerpoint/2010/main" val="3287035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B30E1A-186D-97F9-0CF2-26071EE83BAC}"/>
              </a:ext>
            </a:extLst>
          </p:cNvPr>
          <p:cNvSpPr>
            <a:spLocks noGrp="1"/>
          </p:cNvSpPr>
          <p:nvPr>
            <p:ph idx="1"/>
          </p:nvPr>
        </p:nvSpPr>
        <p:spPr/>
        <p:txBody>
          <a:bodyPr>
            <a:normAutofit/>
          </a:bodyPr>
          <a:lstStyle/>
          <a:p>
            <a:r>
              <a:rPr lang="en-US" sz="2000" dirty="0" err="1">
                <a:latin typeface="Cascadia Code" panose="020B0609020000020004" pitchFamily="49" charset="0"/>
                <a:cs typeface="Cascadia Code" panose="020B0609020000020004" pitchFamily="49" charset="0"/>
              </a:rPr>
              <a:t>glmer</a:t>
            </a:r>
            <a:endParaRPr lang="en-US" sz="2000" dirty="0">
              <a:latin typeface="Cascadia Code" panose="020B0609020000020004" pitchFamily="49" charset="0"/>
              <a:cs typeface="Cascadia Code" panose="020B0609020000020004" pitchFamily="49" charset="0"/>
            </a:endParaRPr>
          </a:p>
          <a:p>
            <a:pPr lvl="1"/>
            <a:r>
              <a:rPr lang="en-US" sz="1600" dirty="0">
                <a:latin typeface="Cascadia Code" panose="020B0609020000020004" pitchFamily="49" charset="0"/>
                <a:cs typeface="Cascadia Code" panose="020B0609020000020004" pitchFamily="49" charset="0"/>
              </a:rPr>
              <a:t>formula = Correct ~ Age * Trial * Condition + (1 | Stimulus) + (Trial * Condition | Subject)</a:t>
            </a:r>
          </a:p>
          <a:p>
            <a:pPr lvl="1"/>
            <a:r>
              <a:rPr lang="en-US" sz="1600" dirty="0">
                <a:latin typeface="Cascadia Code" panose="020B0609020000020004" pitchFamily="49" charset="0"/>
                <a:cs typeface="Cascadia Code" panose="020B0609020000020004" pitchFamily="49" charset="0"/>
              </a:rPr>
              <a:t>family = ‘binomial’</a:t>
            </a:r>
          </a:p>
        </p:txBody>
      </p:sp>
      <p:sp>
        <p:nvSpPr>
          <p:cNvPr id="3" name="Title 2">
            <a:extLst>
              <a:ext uri="{FF2B5EF4-FFF2-40B4-BE49-F238E27FC236}">
                <a16:creationId xmlns:a16="http://schemas.microsoft.com/office/drawing/2014/main" id="{1E05662F-2D05-F955-DE83-C8360F3CF49E}"/>
              </a:ext>
            </a:extLst>
          </p:cNvPr>
          <p:cNvSpPr>
            <a:spLocks noGrp="1"/>
          </p:cNvSpPr>
          <p:nvPr>
            <p:ph type="ctrTitle"/>
          </p:nvPr>
        </p:nvSpPr>
        <p:spPr/>
        <p:txBody>
          <a:bodyPr/>
          <a:lstStyle/>
          <a:p>
            <a:r>
              <a:rPr lang="en-US" dirty="0"/>
              <a:t>Example model results</a:t>
            </a:r>
          </a:p>
        </p:txBody>
      </p:sp>
      <p:sp>
        <p:nvSpPr>
          <p:cNvPr id="4" name="Date Placeholder 3">
            <a:extLst>
              <a:ext uri="{FF2B5EF4-FFF2-40B4-BE49-F238E27FC236}">
                <a16:creationId xmlns:a16="http://schemas.microsoft.com/office/drawing/2014/main" id="{B034419E-ECE5-ECB7-8CA3-54CE0C95C71C}"/>
              </a:ext>
            </a:extLst>
          </p:cNvPr>
          <p:cNvSpPr>
            <a:spLocks noGrp="1"/>
          </p:cNvSpPr>
          <p:nvPr>
            <p:ph type="dt" sz="half" idx="10"/>
          </p:nvPr>
        </p:nvSpPr>
        <p:spPr/>
        <p:txBody>
          <a:bodyPr/>
          <a:lstStyle/>
          <a:p>
            <a:fld id="{403F6159-7C2D-49AA-BA55-C4F81030DC8C}" type="datetime1">
              <a:rPr lang="en-US" smtClean="0"/>
              <a:pPr/>
              <a:t>10/7/2026</a:t>
            </a:fld>
            <a:endParaRPr lang="en-US" i="1"/>
          </a:p>
        </p:txBody>
      </p:sp>
      <p:graphicFrame>
        <p:nvGraphicFramePr>
          <p:cNvPr id="6" name="Table 5">
            <a:extLst>
              <a:ext uri="{FF2B5EF4-FFF2-40B4-BE49-F238E27FC236}">
                <a16:creationId xmlns:a16="http://schemas.microsoft.com/office/drawing/2014/main" id="{10A4BC9C-8556-6781-CFD9-D804D751BFD5}"/>
              </a:ext>
            </a:extLst>
          </p:cNvPr>
          <p:cNvGraphicFramePr>
            <a:graphicFrameLocks noGrp="1"/>
          </p:cNvGraphicFramePr>
          <p:nvPr>
            <p:extLst>
              <p:ext uri="{D42A27DB-BD31-4B8C-83A1-F6EECF244321}">
                <p14:modId xmlns:p14="http://schemas.microsoft.com/office/powerpoint/2010/main" val="1007167712"/>
              </p:ext>
            </p:extLst>
          </p:nvPr>
        </p:nvGraphicFramePr>
        <p:xfrm>
          <a:off x="1242391" y="2843684"/>
          <a:ext cx="8649255" cy="3002580"/>
        </p:xfrm>
        <a:graphic>
          <a:graphicData uri="http://schemas.openxmlformats.org/drawingml/2006/table">
            <a:tbl>
              <a:tblPr firstRow="1" bandRow="1">
                <a:tableStyleId>{2D5ABB26-0587-4C30-8999-92F81FD0307C}</a:tableStyleId>
              </a:tblPr>
              <a:tblGrid>
                <a:gridCol w="4005470">
                  <a:extLst>
                    <a:ext uri="{9D8B030D-6E8A-4147-A177-3AD203B41FA5}">
                      <a16:colId xmlns:a16="http://schemas.microsoft.com/office/drawing/2014/main" val="3026481447"/>
                    </a:ext>
                  </a:extLst>
                </a:gridCol>
                <a:gridCol w="1133061">
                  <a:extLst>
                    <a:ext uri="{9D8B030D-6E8A-4147-A177-3AD203B41FA5}">
                      <a16:colId xmlns:a16="http://schemas.microsoft.com/office/drawing/2014/main" val="2794339178"/>
                    </a:ext>
                  </a:extLst>
                </a:gridCol>
                <a:gridCol w="1113182">
                  <a:extLst>
                    <a:ext uri="{9D8B030D-6E8A-4147-A177-3AD203B41FA5}">
                      <a16:colId xmlns:a16="http://schemas.microsoft.com/office/drawing/2014/main" val="418279925"/>
                    </a:ext>
                  </a:extLst>
                </a:gridCol>
                <a:gridCol w="1143000">
                  <a:extLst>
                    <a:ext uri="{9D8B030D-6E8A-4147-A177-3AD203B41FA5}">
                      <a16:colId xmlns:a16="http://schemas.microsoft.com/office/drawing/2014/main" val="4056528706"/>
                    </a:ext>
                  </a:extLst>
                </a:gridCol>
                <a:gridCol w="1254542">
                  <a:extLst>
                    <a:ext uri="{9D8B030D-6E8A-4147-A177-3AD203B41FA5}">
                      <a16:colId xmlns:a16="http://schemas.microsoft.com/office/drawing/2014/main" val="1847218669"/>
                    </a:ext>
                  </a:extLst>
                </a:gridCol>
              </a:tblGrid>
              <a:tr h="333620">
                <a:tc>
                  <a:txBody>
                    <a:bodyPr/>
                    <a:lstStyle/>
                    <a:p>
                      <a:pPr algn="l"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term</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SE</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1561284"/>
                  </a:ext>
                </a:extLst>
              </a:tr>
              <a:tr h="333620">
                <a:tc>
                  <a:txBody>
                    <a:bodyPr/>
                    <a:lstStyle/>
                    <a:p>
                      <a:pPr algn="l" fontAlgn="b">
                        <a:buNone/>
                      </a:pPr>
                      <a:r>
                        <a:rPr lang="en-US" sz="1600" b="0" i="1"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(Intercept)</a:t>
                      </a:r>
                    </a:p>
                  </a:txBody>
                  <a:tcPr marL="7620" marR="7620" marT="7620"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-0.01</a:t>
                      </a:r>
                    </a:p>
                  </a:txBody>
                  <a:tcPr marL="7620" marR="7620" marT="7620"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0.05</a:t>
                      </a:r>
                    </a:p>
                  </a:txBody>
                  <a:tcPr marL="7620" marR="7620" marT="7620"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-0.18</a:t>
                      </a:r>
                    </a:p>
                  </a:txBody>
                  <a:tcPr marL="7620" marR="7620" marT="7620"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0.859</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635668778"/>
                  </a:ext>
                </a:extLst>
              </a:tr>
              <a:tr h="333620">
                <a:tc>
                  <a:txBody>
                    <a:bodyPr/>
                    <a:lstStyle/>
                    <a:p>
                      <a:pPr algn="l" fontAlgn="b">
                        <a:buNone/>
                      </a:pPr>
                      <a:r>
                        <a:rPr lang="en-US" sz="1600" b="0" i="1"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age</a:t>
                      </a:r>
                    </a:p>
                  </a:txBody>
                  <a:tcPr marL="7620" marR="7620" marT="762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-0.85</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0.05</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-16.10</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&lt;.001</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extLst>
                  <a:ext uri="{0D108BD9-81ED-4DB2-BD59-A6C34878D82A}">
                    <a16:rowId xmlns:a16="http://schemas.microsoft.com/office/drawing/2014/main" val="3284731687"/>
                  </a:ext>
                </a:extLst>
              </a:tr>
              <a:tr h="333620">
                <a:tc>
                  <a:txBody>
                    <a:bodyPr/>
                    <a:lstStyle/>
                    <a:p>
                      <a:pPr algn="l" fontAlgn="b">
                        <a:buNone/>
                      </a:pPr>
                      <a:r>
                        <a:rPr lang="en-US" sz="1600" b="0" i="1"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trial</a:t>
                      </a:r>
                    </a:p>
                  </a:txBody>
                  <a:tcPr marL="7620" marR="7620" marT="762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0.10</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0.05</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2.30</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0.021</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extLst>
                  <a:ext uri="{0D108BD9-81ED-4DB2-BD59-A6C34878D82A}">
                    <a16:rowId xmlns:a16="http://schemas.microsoft.com/office/drawing/2014/main" val="3859461746"/>
                  </a:ext>
                </a:extLst>
              </a:tr>
              <a:tr h="333620">
                <a:tc>
                  <a:txBody>
                    <a:bodyPr/>
                    <a:lstStyle/>
                    <a:p>
                      <a:pPr algn="l" fontAlgn="b">
                        <a:buNone/>
                      </a:pPr>
                      <a:r>
                        <a:rPr lang="en-US" sz="1600" b="0" i="1"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condition</a:t>
                      </a:r>
                    </a:p>
                  </a:txBody>
                  <a:tcPr marL="7620" marR="7620" marT="762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-0.49</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0.04</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-11.90</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&lt;.001</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CB83"/>
                    </a:solidFill>
                  </a:tcPr>
                </a:tc>
                <a:extLst>
                  <a:ext uri="{0D108BD9-81ED-4DB2-BD59-A6C34878D82A}">
                    <a16:rowId xmlns:a16="http://schemas.microsoft.com/office/drawing/2014/main" val="2031222285"/>
                  </a:ext>
                </a:extLst>
              </a:tr>
              <a:tr h="333620">
                <a:tc>
                  <a:txBody>
                    <a:bodyPr/>
                    <a:lstStyle/>
                    <a:p>
                      <a:pPr algn="l" fontAlgn="b">
                        <a:buNone/>
                      </a:pPr>
                      <a:r>
                        <a:rPr lang="en-US" sz="1600" b="0" i="1"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age x trial</a:t>
                      </a:r>
                    </a:p>
                  </a:txBody>
                  <a:tcPr marL="7620" marR="7620" marT="762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0.02</a:t>
                      </a:r>
                    </a:p>
                  </a:txBody>
                  <a:tcPr marL="7620" marR="7620" marT="762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0.05</a:t>
                      </a:r>
                    </a:p>
                  </a:txBody>
                  <a:tcPr marL="7620" marR="7620" marT="762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0.44</a:t>
                      </a:r>
                    </a:p>
                  </a:txBody>
                  <a:tcPr marL="7620" marR="7620" marT="762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0.658</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830577102"/>
                  </a:ext>
                </a:extLst>
              </a:tr>
              <a:tr h="333620">
                <a:tc>
                  <a:txBody>
                    <a:bodyPr/>
                    <a:lstStyle/>
                    <a:p>
                      <a:pPr algn="l" fontAlgn="b">
                        <a:buNone/>
                      </a:pPr>
                      <a:r>
                        <a:rPr lang="en-US" sz="1600" b="0" i="1"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age x condition</a:t>
                      </a:r>
                    </a:p>
                  </a:txBody>
                  <a:tcPr marL="7620" marR="7620" marT="762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B858"/>
                    </a:solidFill>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0.19</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B858"/>
                    </a:solidFill>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0.04</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B858"/>
                    </a:solidFill>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4.47</a:t>
                      </a:r>
                    </a:p>
                  </a:txBody>
                  <a:tcPr marL="7620" marR="7620" marT="7620"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B858"/>
                    </a:solidFill>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&lt;.001</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B858"/>
                    </a:solidFill>
                  </a:tcPr>
                </a:tc>
                <a:extLst>
                  <a:ext uri="{0D108BD9-81ED-4DB2-BD59-A6C34878D82A}">
                    <a16:rowId xmlns:a16="http://schemas.microsoft.com/office/drawing/2014/main" val="1067127970"/>
                  </a:ext>
                </a:extLst>
              </a:tr>
              <a:tr h="333620">
                <a:tc>
                  <a:txBody>
                    <a:bodyPr/>
                    <a:lstStyle/>
                    <a:p>
                      <a:pPr algn="l" fontAlgn="b">
                        <a:buNone/>
                      </a:pPr>
                      <a:r>
                        <a:rPr lang="en-US" sz="1600" b="0" i="1"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trial x condition</a:t>
                      </a:r>
                    </a:p>
                  </a:txBody>
                  <a:tcPr marL="7620" marR="7620" marT="762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0.00</a:t>
                      </a:r>
                    </a:p>
                  </a:txBody>
                  <a:tcPr marL="7620" marR="7620" marT="762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0.04</a:t>
                      </a:r>
                    </a:p>
                  </a:txBody>
                  <a:tcPr marL="7620" marR="7620" marT="762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0.02</a:t>
                      </a:r>
                    </a:p>
                  </a:txBody>
                  <a:tcPr marL="7620" marR="7620" marT="762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0.984</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00162629"/>
                  </a:ext>
                </a:extLst>
              </a:tr>
              <a:tr h="333620">
                <a:tc>
                  <a:txBody>
                    <a:bodyPr/>
                    <a:lstStyle/>
                    <a:p>
                      <a:pPr algn="l" fontAlgn="b">
                        <a:buNone/>
                      </a:pPr>
                      <a:r>
                        <a:rPr lang="en-US" sz="1600" b="0" i="1"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age x trial x condition</a:t>
                      </a:r>
                    </a:p>
                  </a:txBody>
                  <a:tcPr marL="7620" marR="7620" marT="762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D9C42"/>
                    </a:solidFill>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-0.11</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D9C42"/>
                    </a:solidFill>
                  </a:tcPr>
                </a:tc>
                <a:tc>
                  <a:txBody>
                    <a:bodyPr/>
                    <a:lstStyle/>
                    <a:p>
                      <a:pPr algn="ctr" fontAlgn="b">
                        <a:buNone/>
                      </a:pPr>
                      <a:r>
                        <a:rPr lang="en-US" sz="1600" b="0" i="0" u="none" strike="noStrike">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0.04</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D9C42"/>
                    </a:solidFill>
                  </a:tcPr>
                </a:tc>
                <a:tc>
                  <a:txBody>
                    <a:bodyPr/>
                    <a:lstStyle/>
                    <a:p>
                      <a:pPr algn="ctr" fontAlgn="b">
                        <a:buNone/>
                      </a:pPr>
                      <a:r>
                        <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-2.71</a:t>
                      </a:r>
                    </a:p>
                  </a:txBody>
                  <a:tcPr marL="7620" marR="7620" marT="7620"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D9C42"/>
                    </a:solidFill>
                  </a:tcPr>
                </a:tc>
                <a:tc>
                  <a:txBody>
                    <a:bodyPr/>
                    <a:lstStyle/>
                    <a:p>
                      <a:pPr algn="ctr" fontAlgn="b">
                        <a:buNone/>
                      </a:pPr>
                      <a:r>
                        <a:rPr lang="en-US" sz="1600" b="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0.007</a:t>
                      </a:r>
                      <a:endParaRPr lang="en-US" sz="16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7620" marR="7620" marT="762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D9C42"/>
                    </a:solidFill>
                  </a:tcPr>
                </a:tc>
                <a:extLst>
                  <a:ext uri="{0D108BD9-81ED-4DB2-BD59-A6C34878D82A}">
                    <a16:rowId xmlns:a16="http://schemas.microsoft.com/office/drawing/2014/main" val="3480292047"/>
                  </a:ext>
                </a:extLst>
              </a:tr>
            </a:tbl>
          </a:graphicData>
        </a:graphic>
      </p:graphicFrame>
    </p:spTree>
    <p:extLst>
      <p:ext uri="{BB962C8B-B14F-4D97-AF65-F5344CB8AC3E}">
        <p14:creationId xmlns:p14="http://schemas.microsoft.com/office/powerpoint/2010/main" val="2308641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EAA63D-6432-80B4-CE5C-A42244006FE8}"/>
              </a:ext>
            </a:extLst>
          </p:cNvPr>
          <p:cNvSpPr>
            <a:spLocks noGrp="1"/>
          </p:cNvSpPr>
          <p:nvPr>
            <p:ph idx="1"/>
          </p:nvPr>
        </p:nvSpPr>
        <p:spPr/>
        <p:txBody>
          <a:bodyPr/>
          <a:lstStyle/>
          <a:p>
            <a:r>
              <a:rPr lang="en-US" dirty="0"/>
              <a:t>Base R predict/fitted</a:t>
            </a:r>
          </a:p>
        </p:txBody>
      </p:sp>
      <p:sp>
        <p:nvSpPr>
          <p:cNvPr id="3" name="Title 2">
            <a:extLst>
              <a:ext uri="{FF2B5EF4-FFF2-40B4-BE49-F238E27FC236}">
                <a16:creationId xmlns:a16="http://schemas.microsoft.com/office/drawing/2014/main" id="{DED44654-E6BF-2668-453B-0767949030CD}"/>
              </a:ext>
            </a:extLst>
          </p:cNvPr>
          <p:cNvSpPr>
            <a:spLocks noGrp="1"/>
          </p:cNvSpPr>
          <p:nvPr>
            <p:ph type="ctrTitle"/>
          </p:nvPr>
        </p:nvSpPr>
        <p:spPr/>
        <p:txBody>
          <a:bodyPr/>
          <a:lstStyle/>
          <a:p>
            <a:r>
              <a:rPr lang="en-US" dirty="0"/>
              <a:t>Contrasts</a:t>
            </a:r>
          </a:p>
        </p:txBody>
      </p:sp>
      <p:sp>
        <p:nvSpPr>
          <p:cNvPr id="4" name="Date Placeholder 3">
            <a:extLst>
              <a:ext uri="{FF2B5EF4-FFF2-40B4-BE49-F238E27FC236}">
                <a16:creationId xmlns:a16="http://schemas.microsoft.com/office/drawing/2014/main" id="{F7A684F3-9D4A-92CA-4083-3FFA1C0B7B16}"/>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5" name="Online Image Placeholder 6">
            <a:extLst>
              <a:ext uri="{FF2B5EF4-FFF2-40B4-BE49-F238E27FC236}">
                <a16:creationId xmlns:a16="http://schemas.microsoft.com/office/drawing/2014/main" id="{DAFFDA7F-3363-9E96-079C-8EC713245B63}"/>
              </a:ext>
            </a:extLst>
          </p:cNvPr>
          <p:cNvPicPr>
            <a:picLocks noChangeAspect="1"/>
          </p:cNvPicPr>
          <p:nvPr/>
        </p:nvPicPr>
        <p:blipFill rotWithShape="1">
          <a:blip r:embed="rId2">
            <a:extLst>
              <a:ext uri="{28A0092B-C50C-407E-A947-70E740481C1C}">
                <a14:useLocalDpi xmlns:a14="http://schemas.microsoft.com/office/drawing/2010/main" val="0"/>
              </a:ext>
            </a:extLst>
          </a:blip>
          <a:srcRect l="-47925" t="15868" r="47925" b="16726"/>
          <a:stretch>
            <a:fillRect/>
          </a:stretch>
        </p:blipFill>
        <p:spPr>
          <a:xfrm>
            <a:off x="9367520" y="247006"/>
            <a:ext cx="2156823" cy="898714"/>
          </a:xfrm>
          <a:prstGeom prst="rect">
            <a:avLst/>
          </a:prstGeom>
        </p:spPr>
      </p:pic>
      <p:sp>
        <p:nvSpPr>
          <p:cNvPr id="6" name="Rectangle 5">
            <a:extLst>
              <a:ext uri="{FF2B5EF4-FFF2-40B4-BE49-F238E27FC236}">
                <a16:creationId xmlns:a16="http://schemas.microsoft.com/office/drawing/2014/main" id="{E9B63DFF-FF22-848A-2468-E6124C9F4D47}"/>
              </a:ext>
            </a:extLst>
          </p:cNvPr>
          <p:cNvSpPr/>
          <p:nvPr/>
        </p:nvSpPr>
        <p:spPr>
          <a:xfrm>
            <a:off x="838200" y="2659972"/>
            <a:ext cx="10515600" cy="2115227"/>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925"/>
            <a:r>
              <a:rPr lang="en-US" dirty="0" err="1">
                <a:latin typeface="Cascadia Code" panose="020B0609020000020004" pitchFamily="49" charset="0"/>
                <a:cs typeface="Cascadia Code" panose="020B0609020000020004" pitchFamily="49" charset="0"/>
              </a:rPr>
              <a:t>data_with_predictions</a:t>
            </a:r>
            <a:r>
              <a:rPr lang="en-US" dirty="0">
                <a:latin typeface="Cascadia Code" panose="020B0609020000020004" pitchFamily="49" charset="0"/>
                <a:cs typeface="Cascadia Code" panose="020B0609020000020004" pitchFamily="49" charset="0"/>
              </a:rPr>
              <a:t> &lt;- </a:t>
            </a:r>
            <a:r>
              <a:rPr lang="en-US" dirty="0" err="1">
                <a:latin typeface="Cascadia Code" panose="020B0609020000020004" pitchFamily="49" charset="0"/>
                <a:cs typeface="Cascadia Code" panose="020B0609020000020004" pitchFamily="49" charset="0"/>
              </a:rPr>
              <a:t>my_data</a:t>
            </a:r>
            <a:r>
              <a:rPr lang="en-US" dirty="0">
                <a:latin typeface="Cascadia Code" panose="020B0609020000020004" pitchFamily="49" charset="0"/>
                <a:cs typeface="Cascadia Code" panose="020B0609020000020004" pitchFamily="49" charset="0"/>
              </a:rPr>
              <a:t> |&gt;   </a:t>
            </a:r>
          </a:p>
          <a:p>
            <a:pPr marL="631825" indent="-342900"/>
            <a:r>
              <a:rPr lang="en-US" dirty="0">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add_column</a:t>
            </a:r>
            <a:r>
              <a:rPr lang="en-US" dirty="0">
                <a:latin typeface="Cascadia Code" panose="020B0609020000020004" pitchFamily="49" charset="0"/>
                <a:cs typeface="Cascadia Code" panose="020B0609020000020004" pitchFamily="49" charset="0"/>
              </a:rPr>
              <a:t>(predicted = </a:t>
            </a:r>
            <a:r>
              <a:rPr lang="en-US" dirty="0">
                <a:solidFill>
                  <a:srgbClr val="A5CB83"/>
                </a:solidFill>
                <a:latin typeface="Cascadia Code" panose="020B0609020000020004" pitchFamily="49" charset="0"/>
                <a:cs typeface="Cascadia Code" panose="020B0609020000020004" pitchFamily="49" charset="0"/>
              </a:rPr>
              <a:t>fitted</a:t>
            </a:r>
            <a:r>
              <a:rPr lang="en-US" dirty="0">
                <a:latin typeface="Cascadia Code" panose="020B0609020000020004" pitchFamily="49" charset="0"/>
                <a:cs typeface="Cascadia Code" panose="020B0609020000020004" pitchFamily="49" charset="0"/>
              </a:rPr>
              <a:t>(</a:t>
            </a:r>
            <a:r>
              <a:rPr lang="en-US" dirty="0" err="1">
                <a:latin typeface="Cascadia Code" panose="020B0609020000020004" pitchFamily="49" charset="0"/>
                <a:cs typeface="Cascadia Code" panose="020B0609020000020004" pitchFamily="49" charset="0"/>
              </a:rPr>
              <a:t>glmer_model</a:t>
            </a:r>
            <a:r>
              <a:rPr lang="en-US" dirty="0">
                <a:latin typeface="Cascadia Code" panose="020B0609020000020004" pitchFamily="49" charset="0"/>
                <a:cs typeface="Cascadia Code" panose="020B0609020000020004" pitchFamily="49" charset="0"/>
              </a:rPr>
              <a:t>))</a:t>
            </a:r>
          </a:p>
          <a:p>
            <a:pPr marL="914400" indent="-625475"/>
            <a:endParaRPr lang="en-US" dirty="0">
              <a:latin typeface="Cascadia Code" panose="020B0609020000020004" pitchFamily="49" charset="0"/>
              <a:cs typeface="Cascadia Code" panose="020B0609020000020004" pitchFamily="49" charset="0"/>
            </a:endParaRPr>
          </a:p>
          <a:p>
            <a:pPr marL="914400" indent="-625475"/>
            <a:r>
              <a:rPr lang="en-US" dirty="0" err="1">
                <a:latin typeface="Cascadia Code" panose="020B0609020000020004" pitchFamily="49" charset="0"/>
                <a:cs typeface="Cascadia Code" panose="020B0609020000020004" pitchFamily="49" charset="0"/>
              </a:rPr>
              <a:t>data_with_predictions</a:t>
            </a:r>
            <a:r>
              <a:rPr lang="en-US" dirty="0">
                <a:latin typeface="Cascadia Code" panose="020B0609020000020004" pitchFamily="49" charset="0"/>
                <a:cs typeface="Cascadia Code" panose="020B0609020000020004" pitchFamily="49" charset="0"/>
              </a:rPr>
              <a:t> |&gt;</a:t>
            </a:r>
          </a:p>
          <a:p>
            <a:pPr marL="631825" indent="-342900"/>
            <a:r>
              <a:rPr lang="en-US" dirty="0">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group_by</a:t>
            </a:r>
            <a:r>
              <a:rPr lang="en-US" dirty="0">
                <a:latin typeface="Cascadia Code" panose="020B0609020000020004" pitchFamily="49" charset="0"/>
                <a:cs typeface="Cascadia Code" panose="020B0609020000020004" pitchFamily="49" charset="0"/>
              </a:rPr>
              <a:t>(condition) |&gt;</a:t>
            </a:r>
          </a:p>
          <a:p>
            <a:pPr marL="631825" indent="-342900"/>
            <a:r>
              <a:rPr lang="en-US" dirty="0">
                <a:latin typeface="Cascadia Code" panose="020B0609020000020004" pitchFamily="49" charset="0"/>
                <a:cs typeface="Cascadia Code" panose="020B0609020000020004" pitchFamily="49" charset="0"/>
              </a:rPr>
              <a:t>	</a:t>
            </a:r>
            <a:r>
              <a:rPr lang="en-US" dirty="0">
                <a:solidFill>
                  <a:srgbClr val="A5CB83"/>
                </a:solidFill>
                <a:latin typeface="Cascadia Code" panose="020B0609020000020004" pitchFamily="49" charset="0"/>
                <a:cs typeface="Cascadia Code" panose="020B0609020000020004" pitchFamily="49" charset="0"/>
              </a:rPr>
              <a:t>summarize</a:t>
            </a:r>
            <a:r>
              <a:rPr lang="en-US" dirty="0">
                <a:latin typeface="Cascadia Code" panose="020B0609020000020004" pitchFamily="49" charset="0"/>
                <a:cs typeface="Cascadia Code" panose="020B0609020000020004" pitchFamily="49" charset="0"/>
              </a:rPr>
              <a:t>(</a:t>
            </a:r>
            <a:r>
              <a:rPr lang="en-US" dirty="0" err="1">
                <a:latin typeface="Cascadia Code" panose="020B0609020000020004" pitchFamily="49" charset="0"/>
                <a:cs typeface="Cascadia Code" panose="020B0609020000020004" pitchFamily="49" charset="0"/>
              </a:rPr>
              <a:t>mean_p_correct</a:t>
            </a:r>
            <a:r>
              <a:rPr lang="en-US" dirty="0">
                <a:latin typeface="Cascadia Code" panose="020B0609020000020004" pitchFamily="49" charset="0"/>
                <a:cs typeface="Cascadia Code" panose="020B0609020000020004" pitchFamily="49" charset="0"/>
              </a:rPr>
              <a:t> = </a:t>
            </a:r>
            <a:r>
              <a:rPr lang="en-US" dirty="0">
                <a:solidFill>
                  <a:srgbClr val="A5CB83"/>
                </a:solidFill>
                <a:latin typeface="Cascadia Code" panose="020B0609020000020004" pitchFamily="49" charset="0"/>
                <a:cs typeface="Cascadia Code" panose="020B0609020000020004" pitchFamily="49" charset="0"/>
              </a:rPr>
              <a:t>mean</a:t>
            </a:r>
            <a:r>
              <a:rPr lang="en-US" dirty="0">
                <a:latin typeface="Cascadia Code" panose="020B0609020000020004" pitchFamily="49" charset="0"/>
                <a:cs typeface="Cascadia Code" panose="020B0609020000020004" pitchFamily="49" charset="0"/>
              </a:rPr>
              <a:t>(predicted))</a:t>
            </a:r>
          </a:p>
        </p:txBody>
      </p:sp>
      <p:sp>
        <p:nvSpPr>
          <p:cNvPr id="7" name="Rectangle 6">
            <a:extLst>
              <a:ext uri="{FF2B5EF4-FFF2-40B4-BE49-F238E27FC236}">
                <a16:creationId xmlns:a16="http://schemas.microsoft.com/office/drawing/2014/main" id="{A921503C-58A3-194E-4287-2F10A4680EAD}"/>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code</a:t>
            </a:r>
          </a:p>
        </p:txBody>
      </p:sp>
      <p:sp>
        <p:nvSpPr>
          <p:cNvPr id="8" name="Rectangle 7">
            <a:extLst>
              <a:ext uri="{FF2B5EF4-FFF2-40B4-BE49-F238E27FC236}">
                <a16:creationId xmlns:a16="http://schemas.microsoft.com/office/drawing/2014/main" id="{A7392E99-DE4F-C22E-5D36-1671F0EBCE40}"/>
              </a:ext>
            </a:extLst>
          </p:cNvPr>
          <p:cNvSpPr/>
          <p:nvPr/>
        </p:nvSpPr>
        <p:spPr>
          <a:xfrm>
            <a:off x="838200" y="4775199"/>
            <a:ext cx="10515600" cy="133475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r>
              <a:rPr lang="en-US" dirty="0">
                <a:latin typeface="Cascadia Code" panose="020B0609020000020004" pitchFamily="49" charset="0"/>
                <a:cs typeface="Cascadia Code" panose="020B0609020000020004" pitchFamily="49" charset="0"/>
              </a:rPr>
              <a:t>&gt; condition  </a:t>
            </a:r>
            <a:r>
              <a:rPr lang="en-US" dirty="0" err="1">
                <a:latin typeface="Cascadia Code" panose="020B0609020000020004" pitchFamily="49" charset="0"/>
                <a:cs typeface="Cascadia Code" panose="020B0609020000020004" pitchFamily="49" charset="0"/>
              </a:rPr>
              <a:t>mean_p_correct</a:t>
            </a:r>
            <a:endParaRPr lang="en-US" dirty="0">
              <a:latin typeface="Cascadia Code" panose="020B0609020000020004" pitchFamily="49" charset="0"/>
              <a:cs typeface="Cascadia Code" panose="020B0609020000020004" pitchFamily="49" charset="0"/>
            </a:endParaRPr>
          </a:p>
          <a:p>
            <a:pPr marL="914400" indent="-625475" algn="r"/>
            <a:r>
              <a:rPr lang="en-US" dirty="0">
                <a:latin typeface="Cascadia Code" panose="020B0609020000020004" pitchFamily="49" charset="0"/>
                <a:cs typeface="Cascadia Code" panose="020B0609020000020004" pitchFamily="49" charset="0"/>
              </a:rPr>
              <a:t>1 fear                0.393  </a:t>
            </a:r>
          </a:p>
          <a:p>
            <a:pPr marL="914400" indent="-625475" algn="r"/>
            <a:r>
              <a:rPr lang="en-US" dirty="0">
                <a:latin typeface="Cascadia Code" panose="020B0609020000020004" pitchFamily="49" charset="0"/>
                <a:cs typeface="Cascadia Code" panose="020B0609020000020004" pitchFamily="49" charset="0"/>
              </a:rPr>
              <a:t>2 neutral             0.595</a:t>
            </a:r>
          </a:p>
        </p:txBody>
      </p:sp>
      <p:sp>
        <p:nvSpPr>
          <p:cNvPr id="9" name="Rectangle 8">
            <a:extLst>
              <a:ext uri="{FF2B5EF4-FFF2-40B4-BE49-F238E27FC236}">
                <a16:creationId xmlns:a16="http://schemas.microsoft.com/office/drawing/2014/main" id="{310B5DB3-E7A0-AC20-9DEF-48EC0113E546}"/>
              </a:ext>
            </a:extLst>
          </p:cNvPr>
          <p:cNvSpPr/>
          <p:nvPr/>
        </p:nvSpPr>
        <p:spPr>
          <a:xfrm>
            <a:off x="9985513" y="4367694"/>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spTree>
    <p:extLst>
      <p:ext uri="{BB962C8B-B14F-4D97-AF65-F5344CB8AC3E}">
        <p14:creationId xmlns:p14="http://schemas.microsoft.com/office/powerpoint/2010/main" val="622939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7A3721-ACC0-A5B8-D5FB-1CB3538657EC}"/>
              </a:ext>
            </a:extLst>
          </p:cNvPr>
          <p:cNvSpPr>
            <a:spLocks noGrp="1"/>
          </p:cNvSpPr>
          <p:nvPr>
            <p:ph idx="1"/>
          </p:nvPr>
        </p:nvSpPr>
        <p:spPr/>
        <p:txBody>
          <a:bodyPr/>
          <a:lstStyle/>
          <a:p>
            <a:r>
              <a:rPr lang="en-US" dirty="0" err="1"/>
              <a:t>emmeans</a:t>
            </a:r>
            <a:r>
              <a:rPr lang="en-US" dirty="0"/>
              <a:t> </a:t>
            </a:r>
            <a:r>
              <a:rPr lang="en-US" dirty="0" err="1">
                <a:latin typeface="Cascadia Code" panose="020B0609020000020004" pitchFamily="49" charset="0"/>
                <a:cs typeface="Cascadia Code" panose="020B0609020000020004" pitchFamily="49" charset="0"/>
              </a:rPr>
              <a:t>emmeans</a:t>
            </a:r>
            <a:r>
              <a:rPr lang="en-US" dirty="0">
                <a:latin typeface="Cascadia Code" panose="020B0609020000020004" pitchFamily="49" charset="0"/>
                <a:cs typeface="Cascadia Code" panose="020B0609020000020004" pitchFamily="49" charset="0"/>
              </a:rPr>
              <a:t>()</a:t>
            </a:r>
          </a:p>
        </p:txBody>
      </p:sp>
      <p:sp>
        <p:nvSpPr>
          <p:cNvPr id="3" name="Title 2">
            <a:extLst>
              <a:ext uri="{FF2B5EF4-FFF2-40B4-BE49-F238E27FC236}">
                <a16:creationId xmlns:a16="http://schemas.microsoft.com/office/drawing/2014/main" id="{7F7EBB0C-B379-7333-CA2C-571C4146459E}"/>
              </a:ext>
            </a:extLst>
          </p:cNvPr>
          <p:cNvSpPr>
            <a:spLocks noGrp="1"/>
          </p:cNvSpPr>
          <p:nvPr>
            <p:ph type="ctrTitle"/>
          </p:nvPr>
        </p:nvSpPr>
        <p:spPr/>
        <p:txBody>
          <a:bodyPr/>
          <a:lstStyle/>
          <a:p>
            <a:r>
              <a:rPr lang="en-US" dirty="0"/>
              <a:t>Contrasts</a:t>
            </a:r>
          </a:p>
        </p:txBody>
      </p:sp>
      <p:sp>
        <p:nvSpPr>
          <p:cNvPr id="4" name="Date Placeholder 3">
            <a:extLst>
              <a:ext uri="{FF2B5EF4-FFF2-40B4-BE49-F238E27FC236}">
                <a16:creationId xmlns:a16="http://schemas.microsoft.com/office/drawing/2014/main" id="{DE142F49-4324-C260-795A-9AF8489F424E}"/>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8" name="Rectangle 7">
            <a:extLst>
              <a:ext uri="{FF2B5EF4-FFF2-40B4-BE49-F238E27FC236}">
                <a16:creationId xmlns:a16="http://schemas.microsoft.com/office/drawing/2014/main" id="{1B78A427-44A0-37EF-E6A6-FFB7CE06818F}"/>
              </a:ext>
            </a:extLst>
          </p:cNvPr>
          <p:cNvSpPr/>
          <p:nvPr/>
        </p:nvSpPr>
        <p:spPr>
          <a:xfrm>
            <a:off x="838200" y="2659972"/>
            <a:ext cx="10515600" cy="2115227"/>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925"/>
            <a:r>
              <a:rPr lang="en-US" dirty="0" err="1">
                <a:solidFill>
                  <a:schemeClr val="bg1"/>
                </a:solidFill>
                <a:latin typeface="Cascadia Code" panose="020B0609020000020004" pitchFamily="49" charset="0"/>
                <a:cs typeface="Cascadia Code" panose="020B0609020000020004" pitchFamily="49" charset="0"/>
              </a:rPr>
              <a:t>model_predictions</a:t>
            </a:r>
            <a:r>
              <a:rPr lang="en-US" dirty="0">
                <a:solidFill>
                  <a:schemeClr val="bg1"/>
                </a:solidFill>
                <a:latin typeface="Cascadia Code" panose="020B0609020000020004" pitchFamily="49" charset="0"/>
                <a:cs typeface="Cascadia Code" panose="020B0609020000020004" pitchFamily="49" charset="0"/>
              </a:rPr>
              <a:t> &lt;- </a:t>
            </a:r>
            <a:r>
              <a:rPr lang="en-US" dirty="0" err="1">
                <a:solidFill>
                  <a:srgbClr val="A5CB83"/>
                </a:solidFill>
                <a:latin typeface="Cascadia Code" panose="020B0609020000020004" pitchFamily="49" charset="0"/>
                <a:cs typeface="Cascadia Code" panose="020B0609020000020004" pitchFamily="49" charset="0"/>
              </a:rPr>
              <a:t>emmeans</a:t>
            </a:r>
            <a:r>
              <a:rPr lang="en-US" dirty="0">
                <a:latin typeface="Cascadia Code" panose="020B0609020000020004" pitchFamily="49" charset="0"/>
                <a:cs typeface="Cascadia Code" panose="020B0609020000020004" pitchFamily="49" charset="0"/>
              </a:rPr>
              <a:t>(</a:t>
            </a:r>
          </a:p>
          <a:p>
            <a:pPr marL="631825" indent="-342900"/>
            <a:r>
              <a:rPr lang="en-US" dirty="0">
                <a:latin typeface="Cascadia Code" panose="020B0609020000020004" pitchFamily="49" charset="0"/>
                <a:cs typeface="Cascadia Code" panose="020B0609020000020004" pitchFamily="49" charset="0"/>
              </a:rPr>
              <a:t>	</a:t>
            </a:r>
            <a:r>
              <a:rPr lang="en-US" dirty="0" err="1">
                <a:latin typeface="Cascadia Code" panose="020B0609020000020004" pitchFamily="49" charset="0"/>
                <a:cs typeface="Cascadia Code" panose="020B0609020000020004" pitchFamily="49" charset="0"/>
              </a:rPr>
              <a:t>glmer_model</a:t>
            </a:r>
            <a:r>
              <a:rPr lang="en-US" dirty="0">
                <a:latin typeface="Cascadia Code" panose="020B0609020000020004" pitchFamily="49" charset="0"/>
                <a:cs typeface="Cascadia Code" panose="020B0609020000020004" pitchFamily="49" charset="0"/>
              </a:rPr>
              <a:t>,                   </a:t>
            </a:r>
          </a:p>
          <a:p>
            <a:pPr marL="631825" indent="-342900"/>
            <a:r>
              <a:rPr lang="en-US" dirty="0">
                <a:latin typeface="Cascadia Code" panose="020B0609020000020004" pitchFamily="49" charset="0"/>
                <a:cs typeface="Cascadia Code" panose="020B0609020000020004" pitchFamily="49" charset="0"/>
              </a:rPr>
              <a:t>	~ condition * age * trial,</a:t>
            </a:r>
          </a:p>
          <a:p>
            <a:pPr marL="631825" indent="-342900"/>
            <a:r>
              <a:rPr lang="en-US" dirty="0">
                <a:latin typeface="Cascadia Code" panose="020B0609020000020004" pitchFamily="49" charset="0"/>
                <a:cs typeface="Cascadia Code" panose="020B0609020000020004" pitchFamily="49" charset="0"/>
              </a:rPr>
              <a:t>	</a:t>
            </a:r>
            <a:r>
              <a:rPr lang="en-US" dirty="0" err="1">
                <a:latin typeface="Cascadia Code" panose="020B0609020000020004" pitchFamily="49" charset="0"/>
                <a:cs typeface="Cascadia Code" panose="020B0609020000020004" pitchFamily="49" charset="0"/>
              </a:rPr>
              <a:t>regrid</a:t>
            </a:r>
            <a:r>
              <a:rPr lang="en-US" dirty="0">
                <a:latin typeface="Cascadia Code" panose="020B0609020000020004" pitchFamily="49" charset="0"/>
                <a:cs typeface="Cascadia Code" panose="020B0609020000020004" pitchFamily="49" charset="0"/>
              </a:rPr>
              <a:t> = </a:t>
            </a:r>
            <a:r>
              <a:rPr lang="en-US" dirty="0">
                <a:solidFill>
                  <a:srgbClr val="FFFF99"/>
                </a:solidFill>
                <a:latin typeface="Cascadia Code" panose="020B0609020000020004" pitchFamily="49" charset="0"/>
                <a:cs typeface="Cascadia Code" panose="020B0609020000020004" pitchFamily="49" charset="0"/>
              </a:rPr>
              <a:t>'response'            </a:t>
            </a:r>
          </a:p>
          <a:p>
            <a:pPr marL="914400" indent="-625475"/>
            <a:r>
              <a:rPr lang="en-US" dirty="0">
                <a:latin typeface="Cascadia Code" panose="020B0609020000020004" pitchFamily="49" charset="0"/>
                <a:cs typeface="Cascadia Code" panose="020B0609020000020004" pitchFamily="49" charset="0"/>
              </a:rPr>
              <a:t>)</a:t>
            </a:r>
          </a:p>
        </p:txBody>
      </p:sp>
      <p:sp>
        <p:nvSpPr>
          <p:cNvPr id="10" name="Rectangle 9">
            <a:extLst>
              <a:ext uri="{FF2B5EF4-FFF2-40B4-BE49-F238E27FC236}">
                <a16:creationId xmlns:a16="http://schemas.microsoft.com/office/drawing/2014/main" id="{3BEB5C36-233E-6FDB-C900-8E8054D21BF6}"/>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code</a:t>
            </a:r>
          </a:p>
        </p:txBody>
      </p:sp>
      <p:sp>
        <p:nvSpPr>
          <p:cNvPr id="12" name="Rectangle 11">
            <a:extLst>
              <a:ext uri="{FF2B5EF4-FFF2-40B4-BE49-F238E27FC236}">
                <a16:creationId xmlns:a16="http://schemas.microsoft.com/office/drawing/2014/main" id="{8F231922-81BD-030C-641E-77E3D2E48A56}"/>
              </a:ext>
            </a:extLst>
          </p:cNvPr>
          <p:cNvSpPr/>
          <p:nvPr/>
        </p:nvSpPr>
        <p:spPr>
          <a:xfrm>
            <a:off x="838200" y="4775199"/>
            <a:ext cx="10515600" cy="133475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r>
              <a:rPr lang="en-US" dirty="0">
                <a:latin typeface="Cascadia Code" panose="020B0609020000020004" pitchFamily="49" charset="0"/>
                <a:cs typeface="Cascadia Code" panose="020B0609020000020004" pitchFamily="49" charset="0"/>
              </a:rPr>
              <a:t> condition     </a:t>
            </a:r>
            <a:r>
              <a:rPr lang="en-US" dirty="0" err="1">
                <a:latin typeface="Cascadia Code" panose="020B0609020000020004" pitchFamily="49" charset="0"/>
                <a:cs typeface="Cascadia Code" panose="020B0609020000020004" pitchFamily="49" charset="0"/>
              </a:rPr>
              <a:t>x_age</a:t>
            </a:r>
            <a:r>
              <a:rPr lang="en-US" dirty="0">
                <a:latin typeface="Cascadia Code" panose="020B0609020000020004" pitchFamily="49" charset="0"/>
                <a:cs typeface="Cascadia Code" panose="020B0609020000020004" pitchFamily="49" charset="0"/>
              </a:rPr>
              <a:t> </a:t>
            </a:r>
            <a:r>
              <a:rPr lang="en-US" dirty="0" err="1">
                <a:latin typeface="Cascadia Code" panose="020B0609020000020004" pitchFamily="49" charset="0"/>
                <a:cs typeface="Cascadia Code" panose="020B0609020000020004" pitchFamily="49" charset="0"/>
              </a:rPr>
              <a:t>x_trial</a:t>
            </a:r>
            <a:r>
              <a:rPr lang="en-US" dirty="0">
                <a:latin typeface="Cascadia Code" panose="020B0609020000020004" pitchFamily="49" charset="0"/>
                <a:cs typeface="Cascadia Code" panose="020B0609020000020004" pitchFamily="49" charset="0"/>
              </a:rPr>
              <a:t>  prob     SE  </a:t>
            </a:r>
            <a:r>
              <a:rPr lang="en-US" dirty="0" err="1">
                <a:latin typeface="Cascadia Code" panose="020B0609020000020004" pitchFamily="49" charset="0"/>
                <a:cs typeface="Cascadia Code" panose="020B0609020000020004" pitchFamily="49" charset="0"/>
              </a:rPr>
              <a:t>df</a:t>
            </a:r>
            <a:r>
              <a:rPr lang="en-US" dirty="0">
                <a:latin typeface="Cascadia Code" panose="020B0609020000020004" pitchFamily="49" charset="0"/>
                <a:cs typeface="Cascadia Code" panose="020B0609020000020004" pitchFamily="49" charset="0"/>
              </a:rPr>
              <a:t> </a:t>
            </a:r>
            <a:r>
              <a:rPr lang="en-US" dirty="0" err="1">
                <a:latin typeface="Cascadia Code" panose="020B0609020000020004" pitchFamily="49" charset="0"/>
                <a:cs typeface="Cascadia Code" panose="020B0609020000020004" pitchFamily="49" charset="0"/>
              </a:rPr>
              <a:t>asymp.LCL</a:t>
            </a:r>
            <a:r>
              <a:rPr lang="en-US" dirty="0">
                <a:latin typeface="Cascadia Code" panose="020B0609020000020004" pitchFamily="49" charset="0"/>
                <a:cs typeface="Cascadia Code" panose="020B0609020000020004" pitchFamily="49" charset="0"/>
              </a:rPr>
              <a:t> </a:t>
            </a:r>
            <a:r>
              <a:rPr lang="en-US" dirty="0" err="1">
                <a:latin typeface="Cascadia Code" panose="020B0609020000020004" pitchFamily="49" charset="0"/>
                <a:cs typeface="Cascadia Code" panose="020B0609020000020004" pitchFamily="49" charset="0"/>
              </a:rPr>
              <a:t>asymp.UCL</a:t>
            </a:r>
            <a:endParaRPr lang="en-US" dirty="0">
              <a:latin typeface="Cascadia Code" panose="020B0609020000020004" pitchFamily="49" charset="0"/>
              <a:cs typeface="Cascadia Code" panose="020B0609020000020004" pitchFamily="49" charset="0"/>
            </a:endParaRPr>
          </a:p>
          <a:p>
            <a:pPr marL="914400" indent="-625475" algn="r"/>
            <a:r>
              <a:rPr lang="en-US" dirty="0">
                <a:latin typeface="Cascadia Code" panose="020B0609020000020004" pitchFamily="49" charset="0"/>
                <a:cs typeface="Cascadia Code" panose="020B0609020000020004" pitchFamily="49" charset="0"/>
              </a:rPr>
              <a:t> fear      -2.02e-16       0 0.378 0.0172 Inf     0.344     0.411</a:t>
            </a:r>
          </a:p>
          <a:p>
            <a:pPr marL="914400" indent="-625475" algn="r"/>
            <a:r>
              <a:rPr lang="en-US" dirty="0">
                <a:latin typeface="Cascadia Code" panose="020B0609020000020004" pitchFamily="49" charset="0"/>
                <a:cs typeface="Cascadia Code" panose="020B0609020000020004" pitchFamily="49" charset="0"/>
              </a:rPr>
              <a:t> neutral   -2.02e-16       0 0.618 0.0135 Inf     0.592     0.644</a:t>
            </a:r>
          </a:p>
        </p:txBody>
      </p:sp>
      <p:sp>
        <p:nvSpPr>
          <p:cNvPr id="14" name="Rectangle 13">
            <a:extLst>
              <a:ext uri="{FF2B5EF4-FFF2-40B4-BE49-F238E27FC236}">
                <a16:creationId xmlns:a16="http://schemas.microsoft.com/office/drawing/2014/main" id="{7265C098-E1BD-DA3C-1BF4-4869A75D4E30}"/>
              </a:ext>
            </a:extLst>
          </p:cNvPr>
          <p:cNvSpPr/>
          <p:nvPr/>
        </p:nvSpPr>
        <p:spPr>
          <a:xfrm>
            <a:off x="9985513" y="4367694"/>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pic>
        <p:nvPicPr>
          <p:cNvPr id="16" name="Online Image Placeholder 6">
            <a:extLst>
              <a:ext uri="{FF2B5EF4-FFF2-40B4-BE49-F238E27FC236}">
                <a16:creationId xmlns:a16="http://schemas.microsoft.com/office/drawing/2014/main" id="{40194362-A48C-960A-57A8-DBADB04203E9}"/>
              </a:ext>
            </a:extLst>
          </p:cNvPr>
          <p:cNvPicPr>
            <a:picLocks noChangeAspect="1"/>
          </p:cNvPicPr>
          <p:nvPr/>
        </p:nvPicPr>
        <p:blipFill rotWithShape="1">
          <a:blip r:embed="rId2">
            <a:extLst>
              <a:ext uri="{28A0092B-C50C-407E-A947-70E740481C1C}">
                <a14:useLocalDpi xmlns:a14="http://schemas.microsoft.com/office/drawing/2010/main" val="0"/>
              </a:ext>
            </a:extLst>
          </a:blip>
          <a:srcRect l="-47925" t="15868" r="47925" b="16726"/>
          <a:stretch>
            <a:fillRect/>
          </a:stretch>
        </p:blipFill>
        <p:spPr>
          <a:xfrm>
            <a:off x="9367520" y="247006"/>
            <a:ext cx="2156823" cy="898714"/>
          </a:xfrm>
          <a:prstGeom prst="rect">
            <a:avLst/>
          </a:prstGeom>
        </p:spPr>
      </p:pic>
      <p:grpSp>
        <p:nvGrpSpPr>
          <p:cNvPr id="20" name="Group 19">
            <a:extLst>
              <a:ext uri="{FF2B5EF4-FFF2-40B4-BE49-F238E27FC236}">
                <a16:creationId xmlns:a16="http://schemas.microsoft.com/office/drawing/2014/main" id="{80DCA005-1640-7C71-2289-7FF897C8C72A}"/>
              </a:ext>
            </a:extLst>
          </p:cNvPr>
          <p:cNvGrpSpPr/>
          <p:nvPr/>
        </p:nvGrpSpPr>
        <p:grpSpPr>
          <a:xfrm>
            <a:off x="6400800" y="4982545"/>
            <a:ext cx="4952999" cy="905071"/>
            <a:chOff x="6400800" y="4982545"/>
            <a:chExt cx="4952999" cy="905071"/>
          </a:xfrm>
        </p:grpSpPr>
        <p:sp>
          <p:nvSpPr>
            <p:cNvPr id="17" name="Rectangle 16">
              <a:extLst>
                <a:ext uri="{FF2B5EF4-FFF2-40B4-BE49-F238E27FC236}">
                  <a16:creationId xmlns:a16="http://schemas.microsoft.com/office/drawing/2014/main" id="{2E4C3866-FD64-6D4E-1EE2-55D908A55DDE}"/>
                </a:ext>
              </a:extLst>
            </p:cNvPr>
            <p:cNvSpPr/>
            <p:nvPr/>
          </p:nvSpPr>
          <p:spPr>
            <a:xfrm>
              <a:off x="6400800" y="4982547"/>
              <a:ext cx="793102" cy="90506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FFBA62F-F349-FB7E-4FB8-F1C1D38ABBC3}"/>
                </a:ext>
              </a:extLst>
            </p:cNvPr>
            <p:cNvSpPr/>
            <p:nvPr/>
          </p:nvSpPr>
          <p:spPr>
            <a:xfrm>
              <a:off x="7193902" y="4982546"/>
              <a:ext cx="942392" cy="90506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69B6A24-2C47-DDAA-4398-744AEC2FC816}"/>
                </a:ext>
              </a:extLst>
            </p:cNvPr>
            <p:cNvSpPr/>
            <p:nvPr/>
          </p:nvSpPr>
          <p:spPr>
            <a:xfrm>
              <a:off x="8677468" y="4982545"/>
              <a:ext cx="2676331" cy="90506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17615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68F2E-6025-C494-2AF3-260BB16A471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0B3E1A-FCF2-CD9F-2554-69922397B5DA}"/>
              </a:ext>
            </a:extLst>
          </p:cNvPr>
          <p:cNvSpPr>
            <a:spLocks noGrp="1"/>
          </p:cNvSpPr>
          <p:nvPr>
            <p:ph idx="1"/>
          </p:nvPr>
        </p:nvSpPr>
        <p:spPr/>
        <p:txBody>
          <a:bodyPr/>
          <a:lstStyle/>
          <a:p>
            <a:r>
              <a:rPr lang="en-US" dirty="0" err="1"/>
              <a:t>marginaleffects</a:t>
            </a:r>
            <a:r>
              <a:rPr lang="en-US" dirty="0"/>
              <a:t> </a:t>
            </a:r>
            <a:r>
              <a:rPr lang="en-US" dirty="0" err="1">
                <a:latin typeface="Cascadia Code" panose="020B0609020000020004" pitchFamily="49" charset="0"/>
                <a:cs typeface="Cascadia Code" panose="020B0609020000020004" pitchFamily="49" charset="0"/>
              </a:rPr>
              <a:t>avg_predictions</a:t>
            </a:r>
            <a:r>
              <a:rPr lang="en-US" dirty="0">
                <a:latin typeface="Cascadia Code" panose="020B0609020000020004" pitchFamily="49" charset="0"/>
                <a:cs typeface="Cascadia Code" panose="020B0609020000020004" pitchFamily="49" charset="0"/>
              </a:rPr>
              <a:t>()</a:t>
            </a:r>
          </a:p>
        </p:txBody>
      </p:sp>
      <p:sp>
        <p:nvSpPr>
          <p:cNvPr id="3" name="Title 2">
            <a:extLst>
              <a:ext uri="{FF2B5EF4-FFF2-40B4-BE49-F238E27FC236}">
                <a16:creationId xmlns:a16="http://schemas.microsoft.com/office/drawing/2014/main" id="{46123C28-2991-0B80-1C28-55DB42DC6FEB}"/>
              </a:ext>
            </a:extLst>
          </p:cNvPr>
          <p:cNvSpPr>
            <a:spLocks noGrp="1"/>
          </p:cNvSpPr>
          <p:nvPr>
            <p:ph type="ctrTitle"/>
          </p:nvPr>
        </p:nvSpPr>
        <p:spPr/>
        <p:txBody>
          <a:bodyPr/>
          <a:lstStyle/>
          <a:p>
            <a:r>
              <a:rPr lang="en-US" dirty="0"/>
              <a:t>Contrasts</a:t>
            </a:r>
          </a:p>
        </p:txBody>
      </p:sp>
      <p:sp>
        <p:nvSpPr>
          <p:cNvPr id="4" name="Date Placeholder 3">
            <a:extLst>
              <a:ext uri="{FF2B5EF4-FFF2-40B4-BE49-F238E27FC236}">
                <a16:creationId xmlns:a16="http://schemas.microsoft.com/office/drawing/2014/main" id="{1419D675-8033-6624-B6BB-A31C8684B62E}"/>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8" name="Rectangle 7">
            <a:extLst>
              <a:ext uri="{FF2B5EF4-FFF2-40B4-BE49-F238E27FC236}">
                <a16:creationId xmlns:a16="http://schemas.microsoft.com/office/drawing/2014/main" id="{C757DF8F-6D64-A24D-D267-617CFF9AEC8B}"/>
              </a:ext>
            </a:extLst>
          </p:cNvPr>
          <p:cNvSpPr/>
          <p:nvPr/>
        </p:nvSpPr>
        <p:spPr>
          <a:xfrm>
            <a:off x="838200" y="2659972"/>
            <a:ext cx="10515600" cy="2115227"/>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925"/>
            <a:r>
              <a:rPr lang="en-US" dirty="0" err="1">
                <a:solidFill>
                  <a:schemeClr val="bg1"/>
                </a:solidFill>
                <a:latin typeface="Cascadia Code" panose="020B0609020000020004" pitchFamily="49" charset="0"/>
                <a:cs typeface="Cascadia Code" panose="020B0609020000020004" pitchFamily="49" charset="0"/>
              </a:rPr>
              <a:t>model_predictions</a:t>
            </a:r>
            <a:r>
              <a:rPr lang="en-US" dirty="0">
                <a:solidFill>
                  <a:schemeClr val="bg1"/>
                </a:solidFill>
                <a:latin typeface="Cascadia Code" panose="020B0609020000020004" pitchFamily="49" charset="0"/>
                <a:cs typeface="Cascadia Code" panose="020B0609020000020004" pitchFamily="49" charset="0"/>
              </a:rPr>
              <a:t> &lt;- </a:t>
            </a:r>
            <a:r>
              <a:rPr lang="en-US" dirty="0" err="1">
                <a:solidFill>
                  <a:srgbClr val="A5CB83"/>
                </a:solidFill>
                <a:latin typeface="Cascadia Code" panose="020B0609020000020004" pitchFamily="49" charset="0"/>
                <a:cs typeface="Cascadia Code" panose="020B0609020000020004" pitchFamily="49" charset="0"/>
              </a:rPr>
              <a:t>avg_predictions</a:t>
            </a:r>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glmer_model</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by = </a:t>
            </a:r>
            <a:r>
              <a:rPr lang="en-US" dirty="0">
                <a:solidFill>
                  <a:srgbClr val="FFFF99"/>
                </a:solidFill>
                <a:latin typeface="Cascadia Code" panose="020B0609020000020004" pitchFamily="49" charset="0"/>
                <a:cs typeface="Cascadia Code" panose="020B0609020000020004" pitchFamily="49" charset="0"/>
              </a:rPr>
              <a:t>'condition'</a:t>
            </a:r>
          </a:p>
          <a:p>
            <a:pPr marL="288925"/>
            <a:r>
              <a:rPr lang="en-US" dirty="0">
                <a:solidFill>
                  <a:schemeClr val="bg1"/>
                </a:solidFill>
                <a:latin typeface="Cascadia Code" panose="020B0609020000020004" pitchFamily="49" charset="0"/>
                <a:cs typeface="Cascadia Code" panose="020B0609020000020004" pitchFamily="49" charset="0"/>
              </a:rPr>
              <a:t>)</a:t>
            </a:r>
          </a:p>
        </p:txBody>
      </p:sp>
      <p:sp>
        <p:nvSpPr>
          <p:cNvPr id="10" name="Rectangle 9">
            <a:extLst>
              <a:ext uri="{FF2B5EF4-FFF2-40B4-BE49-F238E27FC236}">
                <a16:creationId xmlns:a16="http://schemas.microsoft.com/office/drawing/2014/main" id="{76444401-B37C-0269-DE6F-055DF3622E43}"/>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code</a:t>
            </a:r>
          </a:p>
        </p:txBody>
      </p:sp>
      <p:sp>
        <p:nvSpPr>
          <p:cNvPr id="12" name="Rectangle 11">
            <a:extLst>
              <a:ext uri="{FF2B5EF4-FFF2-40B4-BE49-F238E27FC236}">
                <a16:creationId xmlns:a16="http://schemas.microsoft.com/office/drawing/2014/main" id="{D1660324-7340-2594-6947-D7F8BED9701C}"/>
              </a:ext>
            </a:extLst>
          </p:cNvPr>
          <p:cNvSpPr/>
          <p:nvPr/>
        </p:nvSpPr>
        <p:spPr>
          <a:xfrm>
            <a:off x="838200" y="4775199"/>
            <a:ext cx="10515600" cy="133475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r>
              <a:rPr lang="en-US" dirty="0">
                <a:latin typeface="Cascadia Code" panose="020B0609020000020004" pitchFamily="49" charset="0"/>
                <a:cs typeface="Cascadia Code" panose="020B0609020000020004" pitchFamily="49" charset="0"/>
              </a:rPr>
              <a:t>  condition Estimate Std. Error    z </a:t>
            </a:r>
            <a:r>
              <a:rPr lang="en-US" dirty="0" err="1">
                <a:latin typeface="Cascadia Code" panose="020B0609020000020004" pitchFamily="49" charset="0"/>
                <a:cs typeface="Cascadia Code" panose="020B0609020000020004" pitchFamily="49" charset="0"/>
              </a:rPr>
              <a:t>Pr</a:t>
            </a:r>
            <a:r>
              <a:rPr lang="en-US" dirty="0">
                <a:latin typeface="Cascadia Code" panose="020B0609020000020004" pitchFamily="49" charset="0"/>
                <a:cs typeface="Cascadia Code" panose="020B0609020000020004" pitchFamily="49" charset="0"/>
              </a:rPr>
              <a:t>(&gt;|z|)     S 2.5 % 97.5 %</a:t>
            </a:r>
          </a:p>
          <a:p>
            <a:pPr marL="914400" indent="-625475" algn="r"/>
            <a:r>
              <a:rPr lang="en-US" dirty="0">
                <a:latin typeface="Cascadia Code" panose="020B0609020000020004" pitchFamily="49" charset="0"/>
                <a:cs typeface="Cascadia Code" panose="020B0609020000020004" pitchFamily="49" charset="0"/>
              </a:rPr>
              <a:t>   fear       0.393     0.0151 26.1   &lt;0.001 496.2 0.364  0.423</a:t>
            </a:r>
          </a:p>
          <a:p>
            <a:pPr marL="914400" indent="-625475" algn="r"/>
            <a:r>
              <a:rPr lang="en-US" dirty="0">
                <a:latin typeface="Cascadia Code" panose="020B0609020000020004" pitchFamily="49" charset="0"/>
                <a:cs typeface="Cascadia Code" panose="020B0609020000020004" pitchFamily="49" charset="0"/>
              </a:rPr>
              <a:t>   neutral    0.595     0.0108 55.0   &lt;0.001   Inf 0.574  0.616</a:t>
            </a:r>
          </a:p>
        </p:txBody>
      </p:sp>
      <p:sp>
        <p:nvSpPr>
          <p:cNvPr id="14" name="Rectangle 13">
            <a:extLst>
              <a:ext uri="{FF2B5EF4-FFF2-40B4-BE49-F238E27FC236}">
                <a16:creationId xmlns:a16="http://schemas.microsoft.com/office/drawing/2014/main" id="{D3F5A770-1D60-DFCE-288F-7E525F7F10EA}"/>
              </a:ext>
            </a:extLst>
          </p:cNvPr>
          <p:cNvSpPr/>
          <p:nvPr/>
        </p:nvSpPr>
        <p:spPr>
          <a:xfrm>
            <a:off x="9985513" y="4367694"/>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pic>
        <p:nvPicPr>
          <p:cNvPr id="16" name="Online Image Placeholder 6">
            <a:extLst>
              <a:ext uri="{FF2B5EF4-FFF2-40B4-BE49-F238E27FC236}">
                <a16:creationId xmlns:a16="http://schemas.microsoft.com/office/drawing/2014/main" id="{4D671BB3-4034-B2E4-B072-27181C587280}"/>
              </a:ext>
            </a:extLst>
          </p:cNvPr>
          <p:cNvPicPr>
            <a:picLocks noChangeAspect="1"/>
          </p:cNvPicPr>
          <p:nvPr/>
        </p:nvPicPr>
        <p:blipFill rotWithShape="1">
          <a:blip r:embed="rId2">
            <a:extLst>
              <a:ext uri="{28A0092B-C50C-407E-A947-70E740481C1C}">
                <a14:useLocalDpi xmlns:a14="http://schemas.microsoft.com/office/drawing/2010/main" val="0"/>
              </a:ext>
            </a:extLst>
          </a:blip>
          <a:srcRect l="-47925" t="15868" r="47925" b="16726"/>
          <a:stretch>
            <a:fillRect/>
          </a:stretch>
        </p:blipFill>
        <p:spPr>
          <a:xfrm>
            <a:off x="9367520" y="247006"/>
            <a:ext cx="2156823" cy="898714"/>
          </a:xfrm>
          <a:prstGeom prst="rect">
            <a:avLst/>
          </a:prstGeom>
        </p:spPr>
      </p:pic>
      <p:grpSp>
        <p:nvGrpSpPr>
          <p:cNvPr id="20" name="Group 19">
            <a:extLst>
              <a:ext uri="{FF2B5EF4-FFF2-40B4-BE49-F238E27FC236}">
                <a16:creationId xmlns:a16="http://schemas.microsoft.com/office/drawing/2014/main" id="{2633ED4D-DD07-A029-5B69-E8CFB7F5260C}"/>
              </a:ext>
            </a:extLst>
          </p:cNvPr>
          <p:cNvGrpSpPr/>
          <p:nvPr/>
        </p:nvGrpSpPr>
        <p:grpSpPr>
          <a:xfrm>
            <a:off x="4301411" y="4990040"/>
            <a:ext cx="7052389" cy="905071"/>
            <a:chOff x="6400799" y="4982545"/>
            <a:chExt cx="7052389" cy="905071"/>
          </a:xfrm>
        </p:grpSpPr>
        <p:sp>
          <p:nvSpPr>
            <p:cNvPr id="17" name="Rectangle 16">
              <a:extLst>
                <a:ext uri="{FF2B5EF4-FFF2-40B4-BE49-F238E27FC236}">
                  <a16:creationId xmlns:a16="http://schemas.microsoft.com/office/drawing/2014/main" id="{21228579-F27E-662C-3E44-D353A8BE75B2}"/>
                </a:ext>
              </a:extLst>
            </p:cNvPr>
            <p:cNvSpPr/>
            <p:nvPr/>
          </p:nvSpPr>
          <p:spPr>
            <a:xfrm>
              <a:off x="6400799" y="4982547"/>
              <a:ext cx="1138335" cy="90506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72392F7-40BD-C2E5-42A0-4B5AB962F67D}"/>
                </a:ext>
              </a:extLst>
            </p:cNvPr>
            <p:cNvSpPr/>
            <p:nvPr/>
          </p:nvSpPr>
          <p:spPr>
            <a:xfrm>
              <a:off x="7548462" y="4982546"/>
              <a:ext cx="1502231" cy="90506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250CFF5-692A-CDED-A558-007D19B0C3EA}"/>
                </a:ext>
              </a:extLst>
            </p:cNvPr>
            <p:cNvSpPr/>
            <p:nvPr/>
          </p:nvSpPr>
          <p:spPr>
            <a:xfrm>
              <a:off x="11683015" y="4982545"/>
              <a:ext cx="1770173" cy="90506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4110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581E6-19E8-8877-4EA9-6F862E7C0F5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BF12B14-4009-D5F2-1A10-96C88EC527CB}"/>
              </a:ext>
            </a:extLst>
          </p:cNvPr>
          <p:cNvSpPr/>
          <p:nvPr/>
        </p:nvSpPr>
        <p:spPr>
          <a:xfrm>
            <a:off x="6096000" y="2659971"/>
            <a:ext cx="5257800" cy="2115227"/>
          </a:xfrm>
          <a:prstGeom prst="rect">
            <a:avLst/>
          </a:prstGeom>
          <a:solidFill>
            <a:srgbClr val="5634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925"/>
            <a:r>
              <a:rPr lang="en-US" dirty="0" err="1">
                <a:solidFill>
                  <a:srgbClr val="A5CB83"/>
                </a:solidFill>
                <a:latin typeface="Cascadia Code" panose="020B0609020000020004" pitchFamily="49" charset="0"/>
                <a:cs typeface="Cascadia Code" panose="020B0609020000020004" pitchFamily="49" charset="0"/>
              </a:rPr>
              <a:t>avg_predictions</a:t>
            </a:r>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glmer_model</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by = </a:t>
            </a:r>
            <a:r>
              <a:rPr lang="en-US" dirty="0">
                <a:solidFill>
                  <a:srgbClr val="FFFF99"/>
                </a:solidFill>
                <a:latin typeface="Cascadia Code" panose="020B0609020000020004" pitchFamily="49" charset="0"/>
                <a:cs typeface="Cascadia Code" panose="020B0609020000020004" pitchFamily="49" charset="0"/>
              </a:rPr>
              <a:t>'condition'</a:t>
            </a:r>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hypothesis = ~ </a:t>
            </a:r>
            <a:r>
              <a:rPr lang="en-US" dirty="0">
                <a:solidFill>
                  <a:srgbClr val="A5CB83"/>
                </a:solidFill>
                <a:latin typeface="Cascadia Code" panose="020B0609020000020004" pitchFamily="49" charset="0"/>
                <a:cs typeface="Cascadia Code" panose="020B0609020000020004" pitchFamily="49" charset="0"/>
              </a:rPr>
              <a:t>pairwise</a:t>
            </a:r>
            <a:r>
              <a:rPr lang="en-US" dirty="0">
                <a:solidFill>
                  <a:schemeClr val="bg1"/>
                </a:solidFill>
                <a:latin typeface="Cascadia Code" panose="020B0609020000020004" pitchFamily="49" charset="0"/>
                <a:cs typeface="Cascadia Code" panose="020B0609020000020004" pitchFamily="49" charset="0"/>
              </a:rPr>
              <a:t> </a:t>
            </a:r>
          </a:p>
          <a:p>
            <a:pPr marL="288925"/>
            <a:r>
              <a:rPr lang="en-US" dirty="0">
                <a:solidFill>
                  <a:schemeClr val="bg1"/>
                </a:solidFill>
                <a:latin typeface="Cascadia Code" panose="020B0609020000020004" pitchFamily="49" charset="0"/>
                <a:cs typeface="Cascadia Code" panose="020B0609020000020004" pitchFamily="49" charset="0"/>
              </a:rPr>
              <a:t>)</a:t>
            </a:r>
          </a:p>
        </p:txBody>
      </p:sp>
      <p:sp>
        <p:nvSpPr>
          <p:cNvPr id="2" name="Content Placeholder 1">
            <a:extLst>
              <a:ext uri="{FF2B5EF4-FFF2-40B4-BE49-F238E27FC236}">
                <a16:creationId xmlns:a16="http://schemas.microsoft.com/office/drawing/2014/main" id="{17B3B5EC-97F0-CCB5-D4C5-8FB2489879F0}"/>
              </a:ext>
            </a:extLst>
          </p:cNvPr>
          <p:cNvSpPr>
            <a:spLocks noGrp="1"/>
          </p:cNvSpPr>
          <p:nvPr>
            <p:ph idx="1"/>
          </p:nvPr>
        </p:nvSpPr>
        <p:spPr>
          <a:xfrm>
            <a:off x="838200" y="1623218"/>
            <a:ext cx="10591800" cy="629249"/>
          </a:xfrm>
        </p:spPr>
        <p:txBody>
          <a:bodyPr/>
          <a:lstStyle/>
          <a:p>
            <a:r>
              <a:rPr lang="en-US" dirty="0"/>
              <a:t>Computing contrasts, supply additional arguments</a:t>
            </a:r>
          </a:p>
        </p:txBody>
      </p:sp>
      <p:sp>
        <p:nvSpPr>
          <p:cNvPr id="3" name="Title 2">
            <a:extLst>
              <a:ext uri="{FF2B5EF4-FFF2-40B4-BE49-F238E27FC236}">
                <a16:creationId xmlns:a16="http://schemas.microsoft.com/office/drawing/2014/main" id="{8FE298F4-9398-E2CB-6502-83EC308F2A24}"/>
              </a:ext>
            </a:extLst>
          </p:cNvPr>
          <p:cNvSpPr>
            <a:spLocks noGrp="1"/>
          </p:cNvSpPr>
          <p:nvPr>
            <p:ph type="ctrTitle"/>
          </p:nvPr>
        </p:nvSpPr>
        <p:spPr/>
        <p:txBody>
          <a:bodyPr/>
          <a:lstStyle/>
          <a:p>
            <a:r>
              <a:rPr lang="en-US" dirty="0"/>
              <a:t>Contrasts</a:t>
            </a:r>
          </a:p>
        </p:txBody>
      </p:sp>
      <p:sp>
        <p:nvSpPr>
          <p:cNvPr id="4" name="Date Placeholder 3">
            <a:extLst>
              <a:ext uri="{FF2B5EF4-FFF2-40B4-BE49-F238E27FC236}">
                <a16:creationId xmlns:a16="http://schemas.microsoft.com/office/drawing/2014/main" id="{E2D356B4-E9BB-55F9-7D79-E0822B00EBFE}"/>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8" name="Rectangle 7">
            <a:extLst>
              <a:ext uri="{FF2B5EF4-FFF2-40B4-BE49-F238E27FC236}">
                <a16:creationId xmlns:a16="http://schemas.microsoft.com/office/drawing/2014/main" id="{8910F5EF-9BBC-E367-3937-BF0A7903108D}"/>
              </a:ext>
            </a:extLst>
          </p:cNvPr>
          <p:cNvSpPr/>
          <p:nvPr/>
        </p:nvSpPr>
        <p:spPr>
          <a:xfrm>
            <a:off x="838200" y="2659972"/>
            <a:ext cx="5257800" cy="2115227"/>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925"/>
            <a:r>
              <a:rPr lang="en-US" dirty="0" err="1">
                <a:solidFill>
                  <a:srgbClr val="A5CB83"/>
                </a:solidFill>
                <a:latin typeface="Cascadia Code" panose="020B0609020000020004" pitchFamily="49" charset="0"/>
                <a:cs typeface="Cascadia Code" panose="020B0609020000020004" pitchFamily="49" charset="0"/>
              </a:rPr>
              <a:t>emmeans</a:t>
            </a:r>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glmer_model</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a:solidFill>
                  <a:srgbClr val="A5CB83"/>
                </a:solidFill>
                <a:latin typeface="Cascadia Code" panose="020B0609020000020004" pitchFamily="49" charset="0"/>
                <a:cs typeface="Cascadia Code" panose="020B0609020000020004" pitchFamily="49" charset="0"/>
              </a:rPr>
              <a:t>pairwise</a:t>
            </a:r>
            <a:r>
              <a:rPr lang="en-US" dirty="0">
                <a:solidFill>
                  <a:schemeClr val="bg1"/>
                </a:solidFill>
                <a:latin typeface="Cascadia Code" panose="020B0609020000020004" pitchFamily="49" charset="0"/>
                <a:cs typeface="Cascadia Code" panose="020B0609020000020004" pitchFamily="49" charset="0"/>
              </a:rPr>
              <a:t> ~ age * trial * condition, </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regrid</a:t>
            </a:r>
            <a:r>
              <a:rPr lang="en-US" dirty="0">
                <a:solidFill>
                  <a:schemeClr val="bg1"/>
                </a:solidFill>
                <a:latin typeface="Cascadia Code" panose="020B0609020000020004" pitchFamily="49" charset="0"/>
                <a:cs typeface="Cascadia Code" panose="020B0609020000020004" pitchFamily="49" charset="0"/>
              </a:rPr>
              <a:t> = </a:t>
            </a:r>
            <a:r>
              <a:rPr lang="en-US" dirty="0">
                <a:solidFill>
                  <a:srgbClr val="FFFF99"/>
                </a:solidFill>
                <a:latin typeface="Cascadia Code" panose="020B0609020000020004" pitchFamily="49" charset="0"/>
                <a:cs typeface="Cascadia Code" panose="020B0609020000020004" pitchFamily="49" charset="0"/>
              </a:rPr>
              <a:t>'response'</a:t>
            </a:r>
          </a:p>
          <a:p>
            <a:pPr marL="288925"/>
            <a:r>
              <a:rPr lang="en-US" dirty="0">
                <a:solidFill>
                  <a:schemeClr val="bg1"/>
                </a:solidFill>
                <a:latin typeface="Cascadia Code" panose="020B0609020000020004" pitchFamily="49" charset="0"/>
                <a:cs typeface="Cascadia Code" panose="020B0609020000020004" pitchFamily="49" charset="0"/>
              </a:rPr>
              <a:t>)</a:t>
            </a:r>
          </a:p>
        </p:txBody>
      </p:sp>
      <p:sp>
        <p:nvSpPr>
          <p:cNvPr id="10" name="Rectangle 9">
            <a:extLst>
              <a:ext uri="{FF2B5EF4-FFF2-40B4-BE49-F238E27FC236}">
                <a16:creationId xmlns:a16="http://schemas.microsoft.com/office/drawing/2014/main" id="{FDF9093E-D164-1BFC-45EE-A71265400065}"/>
              </a:ext>
            </a:extLst>
          </p:cNvPr>
          <p:cNvSpPr/>
          <p:nvPr/>
        </p:nvSpPr>
        <p:spPr>
          <a:xfrm>
            <a:off x="838200" y="2252467"/>
            <a:ext cx="1676400"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a:t>
            </a:r>
            <a:r>
              <a:rPr lang="en-US" b="1" dirty="0" err="1">
                <a:latin typeface="Raleway" pitchFamily="2" charset="0"/>
                <a:ea typeface="Noto Sans" panose="020B0502040504020204" pitchFamily="34" charset="0"/>
                <a:cs typeface="Noto Sans" panose="020B0502040504020204" pitchFamily="34" charset="0"/>
              </a:rPr>
              <a:t>emmeans</a:t>
            </a:r>
            <a:endParaRPr lang="en-US" b="1" dirty="0">
              <a:latin typeface="Raleway" pitchFamily="2" charset="0"/>
              <a:ea typeface="Noto Sans" panose="020B0502040504020204" pitchFamily="34" charset="0"/>
              <a:cs typeface="Noto Sans" panose="020B0502040504020204" pitchFamily="34" charset="0"/>
            </a:endParaRPr>
          </a:p>
        </p:txBody>
      </p:sp>
      <p:sp>
        <p:nvSpPr>
          <p:cNvPr id="12" name="Rectangle 11">
            <a:extLst>
              <a:ext uri="{FF2B5EF4-FFF2-40B4-BE49-F238E27FC236}">
                <a16:creationId xmlns:a16="http://schemas.microsoft.com/office/drawing/2014/main" id="{35216C0C-66EE-2224-9E6D-876711E9C82A}"/>
              </a:ext>
            </a:extLst>
          </p:cNvPr>
          <p:cNvSpPr/>
          <p:nvPr/>
        </p:nvSpPr>
        <p:spPr>
          <a:xfrm>
            <a:off x="838200" y="4775199"/>
            <a:ext cx="5257799" cy="133475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r>
              <a:rPr lang="en-US" dirty="0">
                <a:latin typeface="Cascadia Code" panose="020B0609020000020004" pitchFamily="49" charset="0"/>
                <a:cs typeface="Cascadia Code" panose="020B0609020000020004" pitchFamily="49" charset="0"/>
              </a:rPr>
              <a:t> </a:t>
            </a:r>
            <a:r>
              <a:rPr lang="en-US" sz="1600" dirty="0">
                <a:latin typeface="Cascadia Code" panose="020B0609020000020004" pitchFamily="49" charset="0"/>
                <a:cs typeface="Cascadia Code" panose="020B0609020000020004" pitchFamily="49" charset="0"/>
              </a:rPr>
              <a:t>estimate     SE  </a:t>
            </a:r>
            <a:r>
              <a:rPr lang="en-US" sz="1600" dirty="0" err="1">
                <a:latin typeface="Cascadia Code" panose="020B0609020000020004" pitchFamily="49" charset="0"/>
                <a:cs typeface="Cascadia Code" panose="020B0609020000020004" pitchFamily="49" charset="0"/>
              </a:rPr>
              <a:t>df</a:t>
            </a:r>
            <a:r>
              <a:rPr lang="en-US" sz="1600" dirty="0">
                <a:latin typeface="Cascadia Code" panose="020B0609020000020004" pitchFamily="49" charset="0"/>
                <a:cs typeface="Cascadia Code" panose="020B0609020000020004" pitchFamily="49" charset="0"/>
              </a:rPr>
              <a:t> </a:t>
            </a:r>
            <a:r>
              <a:rPr lang="en-US" sz="1600" dirty="0" err="1">
                <a:latin typeface="Cascadia Code" panose="020B0609020000020004" pitchFamily="49" charset="0"/>
                <a:cs typeface="Cascadia Code" panose="020B0609020000020004" pitchFamily="49" charset="0"/>
              </a:rPr>
              <a:t>z.ratio</a:t>
            </a:r>
            <a:r>
              <a:rPr lang="en-US" sz="1600" dirty="0">
                <a:latin typeface="Cascadia Code" panose="020B0609020000020004" pitchFamily="49" charset="0"/>
                <a:cs typeface="Cascadia Code" panose="020B0609020000020004" pitchFamily="49" charset="0"/>
              </a:rPr>
              <a:t> </a:t>
            </a:r>
            <a:r>
              <a:rPr lang="en-US" sz="1600" dirty="0" err="1">
                <a:latin typeface="Cascadia Code" panose="020B0609020000020004" pitchFamily="49" charset="0"/>
                <a:cs typeface="Cascadia Code" panose="020B0609020000020004" pitchFamily="49" charset="0"/>
              </a:rPr>
              <a:t>p.value</a:t>
            </a:r>
            <a:endParaRPr lang="en-US" sz="1600" dirty="0">
              <a:latin typeface="Cascadia Code" panose="020B0609020000020004" pitchFamily="49" charset="0"/>
              <a:cs typeface="Cascadia Code" panose="020B0609020000020004" pitchFamily="49" charset="0"/>
            </a:endParaRPr>
          </a:p>
          <a:p>
            <a:pPr marL="914400" indent="-625475" algn="r"/>
            <a:r>
              <a:rPr lang="en-US" sz="1600" dirty="0">
                <a:latin typeface="Cascadia Code" panose="020B0609020000020004" pitchFamily="49" charset="0"/>
                <a:cs typeface="Cascadia Code" panose="020B0609020000020004" pitchFamily="49" charset="0"/>
              </a:rPr>
              <a:t>    -0.24 0.0194 Inf -12.380  &lt;.0001</a:t>
            </a:r>
          </a:p>
        </p:txBody>
      </p:sp>
      <p:sp>
        <p:nvSpPr>
          <p:cNvPr id="14" name="Rectangle 13">
            <a:extLst>
              <a:ext uri="{FF2B5EF4-FFF2-40B4-BE49-F238E27FC236}">
                <a16:creationId xmlns:a16="http://schemas.microsoft.com/office/drawing/2014/main" id="{E31C6BF6-1CDA-8C9F-8210-68B78810731E}"/>
              </a:ext>
            </a:extLst>
          </p:cNvPr>
          <p:cNvSpPr/>
          <p:nvPr/>
        </p:nvSpPr>
        <p:spPr>
          <a:xfrm>
            <a:off x="4727712" y="4367694"/>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pic>
        <p:nvPicPr>
          <p:cNvPr id="16" name="Online Image Placeholder 6">
            <a:extLst>
              <a:ext uri="{FF2B5EF4-FFF2-40B4-BE49-F238E27FC236}">
                <a16:creationId xmlns:a16="http://schemas.microsoft.com/office/drawing/2014/main" id="{3D148407-81B5-72DA-71FA-FDFC79950F55}"/>
              </a:ext>
            </a:extLst>
          </p:cNvPr>
          <p:cNvPicPr>
            <a:picLocks noChangeAspect="1"/>
          </p:cNvPicPr>
          <p:nvPr/>
        </p:nvPicPr>
        <p:blipFill rotWithShape="1">
          <a:blip r:embed="rId2">
            <a:extLst>
              <a:ext uri="{28A0092B-C50C-407E-A947-70E740481C1C}">
                <a14:useLocalDpi xmlns:a14="http://schemas.microsoft.com/office/drawing/2010/main" val="0"/>
              </a:ext>
            </a:extLst>
          </a:blip>
          <a:srcRect l="-47925" t="15868" r="47925" b="16726"/>
          <a:stretch>
            <a:fillRect/>
          </a:stretch>
        </p:blipFill>
        <p:spPr>
          <a:xfrm>
            <a:off x="9367520" y="247006"/>
            <a:ext cx="2156823" cy="898714"/>
          </a:xfrm>
          <a:prstGeom prst="rect">
            <a:avLst/>
          </a:prstGeom>
        </p:spPr>
      </p:pic>
      <p:sp>
        <p:nvSpPr>
          <p:cNvPr id="6" name="Rectangle 5">
            <a:extLst>
              <a:ext uri="{FF2B5EF4-FFF2-40B4-BE49-F238E27FC236}">
                <a16:creationId xmlns:a16="http://schemas.microsoft.com/office/drawing/2014/main" id="{03BE7CA3-605B-1296-C08B-7CFFB07F217C}"/>
              </a:ext>
            </a:extLst>
          </p:cNvPr>
          <p:cNvSpPr/>
          <p:nvPr/>
        </p:nvSpPr>
        <p:spPr>
          <a:xfrm>
            <a:off x="6095999" y="2252467"/>
            <a:ext cx="2318657" cy="407505"/>
          </a:xfrm>
          <a:prstGeom prst="rect">
            <a:avLst/>
          </a:prstGeom>
          <a:solidFill>
            <a:srgbClr val="814F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a:t>
            </a:r>
            <a:r>
              <a:rPr lang="en-US" b="1" dirty="0" err="1">
                <a:latin typeface="Raleway" pitchFamily="2" charset="0"/>
                <a:ea typeface="Noto Sans" panose="020B0502040504020204" pitchFamily="34" charset="0"/>
                <a:cs typeface="Noto Sans" panose="020B0502040504020204" pitchFamily="34" charset="0"/>
              </a:rPr>
              <a:t>marginaleffects</a:t>
            </a:r>
            <a:endParaRPr lang="en-US" b="1" dirty="0">
              <a:latin typeface="Raleway" pitchFamily="2" charset="0"/>
              <a:ea typeface="Noto Sans" panose="020B0502040504020204" pitchFamily="34" charset="0"/>
              <a:cs typeface="Noto Sans" panose="020B0502040504020204" pitchFamily="34" charset="0"/>
            </a:endParaRPr>
          </a:p>
        </p:txBody>
      </p:sp>
      <p:grpSp>
        <p:nvGrpSpPr>
          <p:cNvPr id="11" name="Group 10">
            <a:extLst>
              <a:ext uri="{FF2B5EF4-FFF2-40B4-BE49-F238E27FC236}">
                <a16:creationId xmlns:a16="http://schemas.microsoft.com/office/drawing/2014/main" id="{D04E0E00-F7C6-C51D-6D75-3E9BF7F7C685}"/>
              </a:ext>
            </a:extLst>
          </p:cNvPr>
          <p:cNvGrpSpPr/>
          <p:nvPr/>
        </p:nvGrpSpPr>
        <p:grpSpPr>
          <a:xfrm>
            <a:off x="847899" y="4367693"/>
            <a:ext cx="10505900" cy="1742260"/>
            <a:chOff x="847899" y="4367693"/>
            <a:chExt cx="10505900" cy="1742260"/>
          </a:xfrm>
        </p:grpSpPr>
        <p:sp>
          <p:nvSpPr>
            <p:cNvPr id="7" name="Rectangle 6">
              <a:extLst>
                <a:ext uri="{FF2B5EF4-FFF2-40B4-BE49-F238E27FC236}">
                  <a16:creationId xmlns:a16="http://schemas.microsoft.com/office/drawing/2014/main" id="{255EDB8A-7569-DAE6-FDB3-B50352AD0B6E}"/>
                </a:ext>
              </a:extLst>
            </p:cNvPr>
            <p:cNvSpPr/>
            <p:nvPr/>
          </p:nvSpPr>
          <p:spPr>
            <a:xfrm>
              <a:off x="847899" y="4775198"/>
              <a:ext cx="10505900" cy="1334755"/>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r>
                <a:rPr lang="en-US" dirty="0">
                  <a:latin typeface="Cascadia Code" panose="020B0609020000020004" pitchFamily="49" charset="0"/>
                  <a:cs typeface="Cascadia Code" panose="020B0609020000020004" pitchFamily="49" charset="0"/>
                </a:rPr>
                <a:t> </a:t>
              </a:r>
              <a:r>
                <a:rPr lang="en-US" sz="1600" dirty="0">
                  <a:latin typeface="Cascadia Code" panose="020B0609020000020004" pitchFamily="49" charset="0"/>
                  <a:cs typeface="Cascadia Code" panose="020B0609020000020004" pitchFamily="49" charset="0"/>
                </a:rPr>
                <a:t> Hypothesis Estimate Std. Error    z </a:t>
              </a:r>
              <a:r>
                <a:rPr lang="en-US" sz="1600" dirty="0" err="1">
                  <a:latin typeface="Cascadia Code" panose="020B0609020000020004" pitchFamily="49" charset="0"/>
                  <a:cs typeface="Cascadia Code" panose="020B0609020000020004" pitchFamily="49" charset="0"/>
                </a:rPr>
                <a:t>Pr</a:t>
              </a:r>
              <a:r>
                <a:rPr lang="en-US" sz="1600" dirty="0">
                  <a:latin typeface="Cascadia Code" panose="020B0609020000020004" pitchFamily="49" charset="0"/>
                  <a:cs typeface="Cascadia Code" panose="020B0609020000020004" pitchFamily="49" charset="0"/>
                </a:rPr>
                <a:t>(&gt;|z|)     S 2.5 % 97.5 %</a:t>
              </a:r>
            </a:p>
            <a:p>
              <a:pPr marL="914400" indent="-625475" algn="r"/>
              <a:r>
                <a:rPr lang="en-US" sz="1600" dirty="0">
                  <a:latin typeface="Cascadia Code" panose="020B0609020000020004" pitchFamily="49" charset="0"/>
                  <a:cs typeface="Cascadia Code" panose="020B0609020000020004" pitchFamily="49" charset="0"/>
                </a:rPr>
                <a:t> (neutral) - (fear)    0.202     0.0165 12.2   &lt;0.001 111.7  0.17  0.234</a:t>
              </a:r>
            </a:p>
          </p:txBody>
        </p:sp>
        <p:sp>
          <p:nvSpPr>
            <p:cNvPr id="9" name="Rectangle 8">
              <a:extLst>
                <a:ext uri="{FF2B5EF4-FFF2-40B4-BE49-F238E27FC236}">
                  <a16:creationId xmlns:a16="http://schemas.microsoft.com/office/drawing/2014/main" id="{5A7B8895-A7D3-403D-8AA9-D14CA0D4CB75}"/>
                </a:ext>
              </a:extLst>
            </p:cNvPr>
            <p:cNvSpPr/>
            <p:nvPr/>
          </p:nvSpPr>
          <p:spPr>
            <a:xfrm>
              <a:off x="9985511" y="4367693"/>
              <a:ext cx="1368287" cy="407505"/>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grpSp>
    </p:spTree>
    <p:extLst>
      <p:ext uri="{BB962C8B-B14F-4D97-AF65-F5344CB8AC3E}">
        <p14:creationId xmlns:p14="http://schemas.microsoft.com/office/powerpoint/2010/main" val="399347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966E5C8C-0F5F-A9BA-01B3-18F008D8C91E}"/>
              </a:ext>
            </a:extLst>
          </p:cNvPr>
          <p:cNvSpPr/>
          <p:nvPr/>
        </p:nvSpPr>
        <p:spPr>
          <a:xfrm>
            <a:off x="8513555" y="5326381"/>
            <a:ext cx="925786" cy="239752"/>
          </a:xfrm>
          <a:custGeom>
            <a:avLst/>
            <a:gdLst>
              <a:gd name="csX0" fmla="*/ 0 w 1962150"/>
              <a:gd name="csY0" fmla="*/ 76200 h 508000"/>
              <a:gd name="csX1" fmla="*/ 44450 w 1962150"/>
              <a:gd name="csY1" fmla="*/ 508000 h 508000"/>
              <a:gd name="csX2" fmla="*/ 1962150 w 1962150"/>
              <a:gd name="csY2" fmla="*/ 412750 h 508000"/>
              <a:gd name="csX3" fmla="*/ 1911350 w 1962150"/>
              <a:gd name="csY3" fmla="*/ 0 h 508000"/>
              <a:gd name="csX4" fmla="*/ 0 w 1962150"/>
              <a:gd name="csY4" fmla="*/ 76200 h 508000"/>
            </a:gdLst>
            <a:ahLst/>
            <a:cxnLst>
              <a:cxn ang="0">
                <a:pos x="csX0" y="csY0"/>
              </a:cxn>
              <a:cxn ang="0">
                <a:pos x="csX1" y="csY1"/>
              </a:cxn>
              <a:cxn ang="0">
                <a:pos x="csX2" y="csY2"/>
              </a:cxn>
              <a:cxn ang="0">
                <a:pos x="csX3" y="csY3"/>
              </a:cxn>
              <a:cxn ang="0">
                <a:pos x="csX4" y="csY4"/>
              </a:cxn>
            </a:cxnLst>
            <a:rect l="l" t="t" r="r" b="b"/>
            <a:pathLst>
              <a:path w="1962150" h="508000">
                <a:moveTo>
                  <a:pt x="0" y="76200"/>
                </a:moveTo>
                <a:lnTo>
                  <a:pt x="44450" y="508000"/>
                </a:lnTo>
                <a:lnTo>
                  <a:pt x="1962150" y="412750"/>
                </a:lnTo>
                <a:lnTo>
                  <a:pt x="1911350" y="0"/>
                </a:lnTo>
                <a:lnTo>
                  <a:pt x="0" y="76200"/>
                </a:lnTo>
                <a:close/>
              </a:path>
            </a:pathLst>
          </a:custGeom>
          <a:solidFill>
            <a:srgbClr val="9B5F6B">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BCF2FC49-F987-9392-9A40-31344F2E28E8}"/>
              </a:ext>
            </a:extLst>
          </p:cNvPr>
          <p:cNvSpPr/>
          <p:nvPr/>
        </p:nvSpPr>
        <p:spPr>
          <a:xfrm>
            <a:off x="8513555" y="5122459"/>
            <a:ext cx="925786" cy="239752"/>
          </a:xfrm>
          <a:custGeom>
            <a:avLst/>
            <a:gdLst>
              <a:gd name="csX0" fmla="*/ 0 w 1962150"/>
              <a:gd name="csY0" fmla="*/ 76200 h 508000"/>
              <a:gd name="csX1" fmla="*/ 44450 w 1962150"/>
              <a:gd name="csY1" fmla="*/ 508000 h 508000"/>
              <a:gd name="csX2" fmla="*/ 1962150 w 1962150"/>
              <a:gd name="csY2" fmla="*/ 412750 h 508000"/>
              <a:gd name="csX3" fmla="*/ 1911350 w 1962150"/>
              <a:gd name="csY3" fmla="*/ 0 h 508000"/>
              <a:gd name="csX4" fmla="*/ 0 w 1962150"/>
              <a:gd name="csY4" fmla="*/ 76200 h 508000"/>
            </a:gdLst>
            <a:ahLst/>
            <a:cxnLst>
              <a:cxn ang="0">
                <a:pos x="csX0" y="csY0"/>
              </a:cxn>
              <a:cxn ang="0">
                <a:pos x="csX1" y="csY1"/>
              </a:cxn>
              <a:cxn ang="0">
                <a:pos x="csX2" y="csY2"/>
              </a:cxn>
              <a:cxn ang="0">
                <a:pos x="csX3" y="csY3"/>
              </a:cxn>
              <a:cxn ang="0">
                <a:pos x="csX4" y="csY4"/>
              </a:cxn>
            </a:cxnLst>
            <a:rect l="l" t="t" r="r" b="b"/>
            <a:pathLst>
              <a:path w="1962150" h="508000">
                <a:moveTo>
                  <a:pt x="0" y="76200"/>
                </a:moveTo>
                <a:lnTo>
                  <a:pt x="44450" y="508000"/>
                </a:lnTo>
                <a:lnTo>
                  <a:pt x="1962150" y="412750"/>
                </a:lnTo>
                <a:lnTo>
                  <a:pt x="1911350" y="0"/>
                </a:lnTo>
                <a:lnTo>
                  <a:pt x="0" y="76200"/>
                </a:lnTo>
                <a:close/>
              </a:path>
            </a:pathLst>
          </a:custGeom>
          <a:solidFill>
            <a:srgbClr val="86B85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D6B33B10-C97D-90F2-0B29-70BB17A2AB62}"/>
              </a:ext>
            </a:extLst>
          </p:cNvPr>
          <p:cNvSpPr/>
          <p:nvPr/>
        </p:nvSpPr>
        <p:spPr>
          <a:xfrm rot="188828">
            <a:off x="2781378" y="5456880"/>
            <a:ext cx="2010303" cy="629711"/>
          </a:xfrm>
          <a:custGeom>
            <a:avLst/>
            <a:gdLst>
              <a:gd name="csX0" fmla="*/ 0 w 1962150"/>
              <a:gd name="csY0" fmla="*/ 76200 h 508000"/>
              <a:gd name="csX1" fmla="*/ 44450 w 1962150"/>
              <a:gd name="csY1" fmla="*/ 508000 h 508000"/>
              <a:gd name="csX2" fmla="*/ 1962150 w 1962150"/>
              <a:gd name="csY2" fmla="*/ 412750 h 508000"/>
              <a:gd name="csX3" fmla="*/ 1911350 w 1962150"/>
              <a:gd name="csY3" fmla="*/ 0 h 508000"/>
              <a:gd name="csX4" fmla="*/ 0 w 1962150"/>
              <a:gd name="csY4" fmla="*/ 76200 h 508000"/>
            </a:gdLst>
            <a:ahLst/>
            <a:cxnLst>
              <a:cxn ang="0">
                <a:pos x="csX0" y="csY0"/>
              </a:cxn>
              <a:cxn ang="0">
                <a:pos x="csX1" y="csY1"/>
              </a:cxn>
              <a:cxn ang="0">
                <a:pos x="csX2" y="csY2"/>
              </a:cxn>
              <a:cxn ang="0">
                <a:pos x="csX3" y="csY3"/>
              </a:cxn>
              <a:cxn ang="0">
                <a:pos x="csX4" y="csY4"/>
              </a:cxn>
            </a:cxnLst>
            <a:rect l="l" t="t" r="r" b="b"/>
            <a:pathLst>
              <a:path w="1962150" h="508000">
                <a:moveTo>
                  <a:pt x="0" y="76200"/>
                </a:moveTo>
                <a:lnTo>
                  <a:pt x="44450" y="508000"/>
                </a:lnTo>
                <a:lnTo>
                  <a:pt x="1962150" y="412750"/>
                </a:lnTo>
                <a:lnTo>
                  <a:pt x="1911350" y="0"/>
                </a:lnTo>
                <a:lnTo>
                  <a:pt x="0" y="76200"/>
                </a:lnTo>
                <a:close/>
              </a:path>
            </a:pathLst>
          </a:custGeom>
          <a:solidFill>
            <a:srgbClr val="9B5F6B">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9A49CF47-501B-12F7-3337-9657B7BDD2BB}"/>
              </a:ext>
            </a:extLst>
          </p:cNvPr>
          <p:cNvSpPr/>
          <p:nvPr/>
        </p:nvSpPr>
        <p:spPr>
          <a:xfrm rot="188828">
            <a:off x="2767344" y="4946235"/>
            <a:ext cx="2084606" cy="592201"/>
          </a:xfrm>
          <a:custGeom>
            <a:avLst/>
            <a:gdLst>
              <a:gd name="csX0" fmla="*/ 0 w 1962150"/>
              <a:gd name="csY0" fmla="*/ 76200 h 508000"/>
              <a:gd name="csX1" fmla="*/ 44450 w 1962150"/>
              <a:gd name="csY1" fmla="*/ 508000 h 508000"/>
              <a:gd name="csX2" fmla="*/ 1962150 w 1962150"/>
              <a:gd name="csY2" fmla="*/ 412750 h 508000"/>
              <a:gd name="csX3" fmla="*/ 1911350 w 1962150"/>
              <a:gd name="csY3" fmla="*/ 0 h 508000"/>
              <a:gd name="csX4" fmla="*/ 0 w 1962150"/>
              <a:gd name="csY4" fmla="*/ 76200 h 508000"/>
            </a:gdLst>
            <a:ahLst/>
            <a:cxnLst>
              <a:cxn ang="0">
                <a:pos x="csX0" y="csY0"/>
              </a:cxn>
              <a:cxn ang="0">
                <a:pos x="csX1" y="csY1"/>
              </a:cxn>
              <a:cxn ang="0">
                <a:pos x="csX2" y="csY2"/>
              </a:cxn>
              <a:cxn ang="0">
                <a:pos x="csX3" y="csY3"/>
              </a:cxn>
              <a:cxn ang="0">
                <a:pos x="csX4" y="csY4"/>
              </a:cxn>
            </a:cxnLst>
            <a:rect l="l" t="t" r="r" b="b"/>
            <a:pathLst>
              <a:path w="1962150" h="508000">
                <a:moveTo>
                  <a:pt x="0" y="76200"/>
                </a:moveTo>
                <a:lnTo>
                  <a:pt x="44450" y="508000"/>
                </a:lnTo>
                <a:lnTo>
                  <a:pt x="1962150" y="412750"/>
                </a:lnTo>
                <a:lnTo>
                  <a:pt x="1911350" y="0"/>
                </a:lnTo>
                <a:lnTo>
                  <a:pt x="0" y="76200"/>
                </a:lnTo>
                <a:close/>
              </a:path>
            </a:pathLst>
          </a:custGeom>
          <a:solidFill>
            <a:srgbClr val="86B85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74E2B0D6-5B2C-3271-797D-3AB6C018E1DF}"/>
              </a:ext>
            </a:extLst>
          </p:cNvPr>
          <p:cNvSpPr/>
          <p:nvPr/>
        </p:nvSpPr>
        <p:spPr>
          <a:xfrm rot="21378250">
            <a:off x="6159500" y="3251199"/>
            <a:ext cx="908050" cy="177801"/>
          </a:xfrm>
          <a:custGeom>
            <a:avLst/>
            <a:gdLst>
              <a:gd name="csX0" fmla="*/ 0 w 1962150"/>
              <a:gd name="csY0" fmla="*/ 76200 h 508000"/>
              <a:gd name="csX1" fmla="*/ 44450 w 1962150"/>
              <a:gd name="csY1" fmla="*/ 508000 h 508000"/>
              <a:gd name="csX2" fmla="*/ 1962150 w 1962150"/>
              <a:gd name="csY2" fmla="*/ 412750 h 508000"/>
              <a:gd name="csX3" fmla="*/ 1911350 w 1962150"/>
              <a:gd name="csY3" fmla="*/ 0 h 508000"/>
              <a:gd name="csX4" fmla="*/ 0 w 1962150"/>
              <a:gd name="csY4" fmla="*/ 76200 h 508000"/>
            </a:gdLst>
            <a:ahLst/>
            <a:cxnLst>
              <a:cxn ang="0">
                <a:pos x="csX0" y="csY0"/>
              </a:cxn>
              <a:cxn ang="0">
                <a:pos x="csX1" y="csY1"/>
              </a:cxn>
              <a:cxn ang="0">
                <a:pos x="csX2" y="csY2"/>
              </a:cxn>
              <a:cxn ang="0">
                <a:pos x="csX3" y="csY3"/>
              </a:cxn>
              <a:cxn ang="0">
                <a:pos x="csX4" y="csY4"/>
              </a:cxn>
            </a:cxnLst>
            <a:rect l="l" t="t" r="r" b="b"/>
            <a:pathLst>
              <a:path w="1962150" h="508000">
                <a:moveTo>
                  <a:pt x="0" y="76200"/>
                </a:moveTo>
                <a:lnTo>
                  <a:pt x="44450" y="508000"/>
                </a:lnTo>
                <a:lnTo>
                  <a:pt x="1962150" y="412750"/>
                </a:lnTo>
                <a:lnTo>
                  <a:pt x="1911350" y="0"/>
                </a:lnTo>
                <a:lnTo>
                  <a:pt x="0" y="76200"/>
                </a:lnTo>
                <a:close/>
              </a:path>
            </a:pathLst>
          </a:custGeom>
          <a:solidFill>
            <a:srgbClr val="9B5F6B">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04BAB1EE-5769-C7A7-66A4-6AC2E030D2B7}"/>
              </a:ext>
            </a:extLst>
          </p:cNvPr>
          <p:cNvSpPr/>
          <p:nvPr/>
        </p:nvSpPr>
        <p:spPr>
          <a:xfrm rot="21430027">
            <a:off x="6153148" y="3114167"/>
            <a:ext cx="908050" cy="177801"/>
          </a:xfrm>
          <a:custGeom>
            <a:avLst/>
            <a:gdLst>
              <a:gd name="csX0" fmla="*/ 0 w 1962150"/>
              <a:gd name="csY0" fmla="*/ 76200 h 508000"/>
              <a:gd name="csX1" fmla="*/ 44450 w 1962150"/>
              <a:gd name="csY1" fmla="*/ 508000 h 508000"/>
              <a:gd name="csX2" fmla="*/ 1962150 w 1962150"/>
              <a:gd name="csY2" fmla="*/ 412750 h 508000"/>
              <a:gd name="csX3" fmla="*/ 1911350 w 1962150"/>
              <a:gd name="csY3" fmla="*/ 0 h 508000"/>
              <a:gd name="csX4" fmla="*/ 0 w 1962150"/>
              <a:gd name="csY4" fmla="*/ 76200 h 508000"/>
            </a:gdLst>
            <a:ahLst/>
            <a:cxnLst>
              <a:cxn ang="0">
                <a:pos x="csX0" y="csY0"/>
              </a:cxn>
              <a:cxn ang="0">
                <a:pos x="csX1" y="csY1"/>
              </a:cxn>
              <a:cxn ang="0">
                <a:pos x="csX2" y="csY2"/>
              </a:cxn>
              <a:cxn ang="0">
                <a:pos x="csX3" y="csY3"/>
              </a:cxn>
              <a:cxn ang="0">
                <a:pos x="csX4" y="csY4"/>
              </a:cxn>
            </a:cxnLst>
            <a:rect l="l" t="t" r="r" b="b"/>
            <a:pathLst>
              <a:path w="1962150" h="508000">
                <a:moveTo>
                  <a:pt x="0" y="76200"/>
                </a:moveTo>
                <a:lnTo>
                  <a:pt x="44450" y="508000"/>
                </a:lnTo>
                <a:lnTo>
                  <a:pt x="1962150" y="412750"/>
                </a:lnTo>
                <a:lnTo>
                  <a:pt x="1911350" y="0"/>
                </a:lnTo>
                <a:lnTo>
                  <a:pt x="0" y="76200"/>
                </a:lnTo>
                <a:close/>
              </a:path>
            </a:pathLst>
          </a:custGeom>
          <a:solidFill>
            <a:srgbClr val="86B85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Shape 7">
            <a:extLst>
              <a:ext uri="{FF2B5EF4-FFF2-40B4-BE49-F238E27FC236}">
                <a16:creationId xmlns:a16="http://schemas.microsoft.com/office/drawing/2014/main" id="{DEAFEF31-53DB-5BA4-B0D4-A89FE1AE06FA}"/>
              </a:ext>
            </a:extLst>
          </p:cNvPr>
          <p:cNvSpPr/>
          <p:nvPr/>
        </p:nvSpPr>
        <p:spPr>
          <a:xfrm>
            <a:off x="2767667" y="3696096"/>
            <a:ext cx="1962150" cy="583803"/>
          </a:xfrm>
          <a:custGeom>
            <a:avLst/>
            <a:gdLst>
              <a:gd name="csX0" fmla="*/ 0 w 1962150"/>
              <a:gd name="csY0" fmla="*/ 76200 h 508000"/>
              <a:gd name="csX1" fmla="*/ 44450 w 1962150"/>
              <a:gd name="csY1" fmla="*/ 508000 h 508000"/>
              <a:gd name="csX2" fmla="*/ 1962150 w 1962150"/>
              <a:gd name="csY2" fmla="*/ 412750 h 508000"/>
              <a:gd name="csX3" fmla="*/ 1911350 w 1962150"/>
              <a:gd name="csY3" fmla="*/ 0 h 508000"/>
              <a:gd name="csX4" fmla="*/ 0 w 1962150"/>
              <a:gd name="csY4" fmla="*/ 76200 h 508000"/>
            </a:gdLst>
            <a:ahLst/>
            <a:cxnLst>
              <a:cxn ang="0">
                <a:pos x="csX0" y="csY0"/>
              </a:cxn>
              <a:cxn ang="0">
                <a:pos x="csX1" y="csY1"/>
              </a:cxn>
              <a:cxn ang="0">
                <a:pos x="csX2" y="csY2"/>
              </a:cxn>
              <a:cxn ang="0">
                <a:pos x="csX3" y="csY3"/>
              </a:cxn>
              <a:cxn ang="0">
                <a:pos x="csX4" y="csY4"/>
              </a:cxn>
            </a:cxnLst>
            <a:rect l="l" t="t" r="r" b="b"/>
            <a:pathLst>
              <a:path w="1962150" h="508000">
                <a:moveTo>
                  <a:pt x="0" y="76200"/>
                </a:moveTo>
                <a:lnTo>
                  <a:pt x="44450" y="508000"/>
                </a:lnTo>
                <a:lnTo>
                  <a:pt x="1962150" y="412750"/>
                </a:lnTo>
                <a:lnTo>
                  <a:pt x="1911350" y="0"/>
                </a:lnTo>
                <a:lnTo>
                  <a:pt x="0" y="76200"/>
                </a:lnTo>
                <a:close/>
              </a:path>
            </a:pathLst>
          </a:custGeom>
          <a:solidFill>
            <a:srgbClr val="9B5F6B">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Shape 6">
            <a:extLst>
              <a:ext uri="{FF2B5EF4-FFF2-40B4-BE49-F238E27FC236}">
                <a16:creationId xmlns:a16="http://schemas.microsoft.com/office/drawing/2014/main" id="{4A9F4C9B-8620-6257-C018-A21D485B2E24}"/>
              </a:ext>
            </a:extLst>
          </p:cNvPr>
          <p:cNvSpPr/>
          <p:nvPr/>
        </p:nvSpPr>
        <p:spPr>
          <a:xfrm>
            <a:off x="2743200" y="3251200"/>
            <a:ext cx="1962150" cy="508000"/>
          </a:xfrm>
          <a:custGeom>
            <a:avLst/>
            <a:gdLst>
              <a:gd name="csX0" fmla="*/ 0 w 1962150"/>
              <a:gd name="csY0" fmla="*/ 76200 h 508000"/>
              <a:gd name="csX1" fmla="*/ 44450 w 1962150"/>
              <a:gd name="csY1" fmla="*/ 508000 h 508000"/>
              <a:gd name="csX2" fmla="*/ 1962150 w 1962150"/>
              <a:gd name="csY2" fmla="*/ 412750 h 508000"/>
              <a:gd name="csX3" fmla="*/ 1911350 w 1962150"/>
              <a:gd name="csY3" fmla="*/ 0 h 508000"/>
              <a:gd name="csX4" fmla="*/ 0 w 1962150"/>
              <a:gd name="csY4" fmla="*/ 76200 h 508000"/>
            </a:gdLst>
            <a:ahLst/>
            <a:cxnLst>
              <a:cxn ang="0">
                <a:pos x="csX0" y="csY0"/>
              </a:cxn>
              <a:cxn ang="0">
                <a:pos x="csX1" y="csY1"/>
              </a:cxn>
              <a:cxn ang="0">
                <a:pos x="csX2" y="csY2"/>
              </a:cxn>
              <a:cxn ang="0">
                <a:pos x="csX3" y="csY3"/>
              </a:cxn>
              <a:cxn ang="0">
                <a:pos x="csX4" y="csY4"/>
              </a:cxn>
            </a:cxnLst>
            <a:rect l="l" t="t" r="r" b="b"/>
            <a:pathLst>
              <a:path w="1962150" h="508000">
                <a:moveTo>
                  <a:pt x="0" y="76200"/>
                </a:moveTo>
                <a:lnTo>
                  <a:pt x="44450" y="508000"/>
                </a:lnTo>
                <a:lnTo>
                  <a:pt x="1962150" y="412750"/>
                </a:lnTo>
                <a:lnTo>
                  <a:pt x="1911350" y="0"/>
                </a:lnTo>
                <a:lnTo>
                  <a:pt x="0" y="76200"/>
                </a:lnTo>
                <a:close/>
              </a:path>
            </a:pathLst>
          </a:custGeom>
          <a:solidFill>
            <a:srgbClr val="86B858">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69827ABE-F2FE-CD6D-4A45-467A36AF4595}"/>
              </a:ext>
            </a:extLst>
          </p:cNvPr>
          <p:cNvSpPr>
            <a:spLocks noGrp="1"/>
          </p:cNvSpPr>
          <p:nvPr>
            <p:ph idx="1"/>
          </p:nvPr>
        </p:nvSpPr>
        <p:spPr/>
        <p:txBody>
          <a:bodyPr/>
          <a:lstStyle/>
          <a:p>
            <a:r>
              <a:rPr lang="en-US" dirty="0"/>
              <a:t>These functions take a different approach to generating </a:t>
            </a:r>
            <a:r>
              <a:rPr lang="en-US" dirty="0" err="1"/>
              <a:t>constrasts</a:t>
            </a:r>
            <a:r>
              <a:rPr lang="en-US" dirty="0"/>
              <a:t> and predictions from a model</a:t>
            </a:r>
          </a:p>
        </p:txBody>
      </p:sp>
      <p:sp>
        <p:nvSpPr>
          <p:cNvPr id="3" name="Title 2">
            <a:extLst>
              <a:ext uri="{FF2B5EF4-FFF2-40B4-BE49-F238E27FC236}">
                <a16:creationId xmlns:a16="http://schemas.microsoft.com/office/drawing/2014/main" id="{C0F3BAF1-DB39-9D74-1428-C63AE8BA2491}"/>
              </a:ext>
            </a:extLst>
          </p:cNvPr>
          <p:cNvSpPr>
            <a:spLocks noGrp="1"/>
          </p:cNvSpPr>
          <p:nvPr>
            <p:ph type="ctrTitle"/>
          </p:nvPr>
        </p:nvSpPr>
        <p:spPr/>
        <p:txBody>
          <a:bodyPr/>
          <a:lstStyle/>
          <a:p>
            <a:r>
              <a:rPr lang="en-US"/>
              <a:t>Why is this important?</a:t>
            </a:r>
          </a:p>
        </p:txBody>
      </p:sp>
      <p:sp>
        <p:nvSpPr>
          <p:cNvPr id="4" name="Date Placeholder 3">
            <a:extLst>
              <a:ext uri="{FF2B5EF4-FFF2-40B4-BE49-F238E27FC236}">
                <a16:creationId xmlns:a16="http://schemas.microsoft.com/office/drawing/2014/main" id="{608D3F41-C931-D8BF-4573-8BB0C7FFA2B8}"/>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6" name="Graphic 5">
            <a:extLst>
              <a:ext uri="{FF2B5EF4-FFF2-40B4-BE49-F238E27FC236}">
                <a16:creationId xmlns:a16="http://schemas.microsoft.com/office/drawing/2014/main" id="{C1690554-1A53-8A89-8537-BB288833226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18733" y="2613670"/>
            <a:ext cx="6754533" cy="3475943"/>
          </a:xfrm>
          <a:prstGeom prst="rect">
            <a:avLst/>
          </a:prstGeom>
        </p:spPr>
      </p:pic>
      <p:sp>
        <p:nvSpPr>
          <p:cNvPr id="15" name="TextBox 14">
            <a:extLst>
              <a:ext uri="{FF2B5EF4-FFF2-40B4-BE49-F238E27FC236}">
                <a16:creationId xmlns:a16="http://schemas.microsoft.com/office/drawing/2014/main" id="{2F71384C-2ABA-A5E0-FB0D-5DA79D6149C5}"/>
              </a:ext>
            </a:extLst>
          </p:cNvPr>
          <p:cNvSpPr txBox="1"/>
          <p:nvPr/>
        </p:nvSpPr>
        <p:spPr>
          <a:xfrm>
            <a:off x="1479370" y="3458082"/>
            <a:ext cx="1127232" cy="369332"/>
          </a:xfrm>
          <a:prstGeom prst="rect">
            <a:avLst/>
          </a:prstGeom>
          <a:noFill/>
        </p:spPr>
        <p:txBody>
          <a:bodyPr wrap="none" rtlCol="0">
            <a:spAutoFit/>
          </a:bodyPr>
          <a:lstStyle/>
          <a:p>
            <a:r>
              <a:rPr lang="en-US" dirty="0" err="1">
                <a:latin typeface="Cascadia Code" panose="020B0609020000020004" pitchFamily="49" charset="0"/>
                <a:cs typeface="Cascadia Code" panose="020B0609020000020004" pitchFamily="49" charset="0"/>
              </a:rPr>
              <a:t>emmeans</a:t>
            </a:r>
            <a:endParaRPr lang="en-US" dirty="0">
              <a:latin typeface="Cascadia Code" panose="020B0609020000020004" pitchFamily="49" charset="0"/>
              <a:cs typeface="Cascadia Code" panose="020B0609020000020004" pitchFamily="49" charset="0"/>
            </a:endParaRPr>
          </a:p>
        </p:txBody>
      </p:sp>
      <p:sp>
        <p:nvSpPr>
          <p:cNvPr id="16" name="TextBox 15">
            <a:extLst>
              <a:ext uri="{FF2B5EF4-FFF2-40B4-BE49-F238E27FC236}">
                <a16:creationId xmlns:a16="http://schemas.microsoft.com/office/drawing/2014/main" id="{62A34E9F-FBBD-51B5-81C7-590A662987CB}"/>
              </a:ext>
            </a:extLst>
          </p:cNvPr>
          <p:cNvSpPr txBox="1"/>
          <p:nvPr/>
        </p:nvSpPr>
        <p:spPr>
          <a:xfrm>
            <a:off x="455099" y="5242335"/>
            <a:ext cx="2204450" cy="369332"/>
          </a:xfrm>
          <a:prstGeom prst="rect">
            <a:avLst/>
          </a:prstGeom>
          <a:noFill/>
        </p:spPr>
        <p:txBody>
          <a:bodyPr wrap="none" rtlCol="0">
            <a:spAutoFit/>
          </a:bodyPr>
          <a:lstStyle/>
          <a:p>
            <a:r>
              <a:rPr lang="en-US" dirty="0" err="1">
                <a:latin typeface="Cascadia Code" panose="020B0609020000020004" pitchFamily="49" charset="0"/>
                <a:cs typeface="Cascadia Code" panose="020B0609020000020004" pitchFamily="49" charset="0"/>
              </a:rPr>
              <a:t>marginaleffects</a:t>
            </a:r>
            <a:endParaRPr lang="en-US" dirty="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924850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4A2FB-BED8-D548-EA50-23C7B07824D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C78414-A44C-C8ED-D2BF-D7F7EA0B3988}"/>
              </a:ext>
            </a:extLst>
          </p:cNvPr>
          <p:cNvSpPr>
            <a:spLocks noGrp="1"/>
          </p:cNvSpPr>
          <p:nvPr>
            <p:ph idx="1"/>
          </p:nvPr>
        </p:nvSpPr>
        <p:spPr/>
        <p:txBody>
          <a:bodyPr/>
          <a:lstStyle/>
          <a:p>
            <a:r>
              <a:rPr lang="en-US" dirty="0"/>
              <a:t>visualization</a:t>
            </a:r>
          </a:p>
        </p:txBody>
      </p:sp>
      <p:sp>
        <p:nvSpPr>
          <p:cNvPr id="3" name="Title 2">
            <a:extLst>
              <a:ext uri="{FF2B5EF4-FFF2-40B4-BE49-F238E27FC236}">
                <a16:creationId xmlns:a16="http://schemas.microsoft.com/office/drawing/2014/main" id="{C6A4DE8C-0BD6-2753-8779-290E8BC6B4C4}"/>
              </a:ext>
            </a:extLst>
          </p:cNvPr>
          <p:cNvSpPr>
            <a:spLocks noGrp="1"/>
          </p:cNvSpPr>
          <p:nvPr>
            <p:ph type="ctrTitle"/>
          </p:nvPr>
        </p:nvSpPr>
        <p:spPr/>
        <p:txBody>
          <a:bodyPr/>
          <a:lstStyle/>
          <a:p>
            <a:r>
              <a:rPr lang="en-US" dirty="0"/>
              <a:t>Contrasts</a:t>
            </a:r>
          </a:p>
        </p:txBody>
      </p:sp>
      <p:sp>
        <p:nvSpPr>
          <p:cNvPr id="4" name="Date Placeholder 3">
            <a:extLst>
              <a:ext uri="{FF2B5EF4-FFF2-40B4-BE49-F238E27FC236}">
                <a16:creationId xmlns:a16="http://schemas.microsoft.com/office/drawing/2014/main" id="{EB319DE7-57A8-17BD-F29D-154D6F83BA9F}"/>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8" name="Rectangle 7">
            <a:extLst>
              <a:ext uri="{FF2B5EF4-FFF2-40B4-BE49-F238E27FC236}">
                <a16:creationId xmlns:a16="http://schemas.microsoft.com/office/drawing/2014/main" id="{C381D3A0-0F0F-44DD-60B2-BD59C32DCD0E}"/>
              </a:ext>
            </a:extLst>
          </p:cNvPr>
          <p:cNvSpPr/>
          <p:nvPr/>
        </p:nvSpPr>
        <p:spPr>
          <a:xfrm>
            <a:off x="838200" y="2659972"/>
            <a:ext cx="6504991" cy="1902698"/>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925"/>
            <a:r>
              <a:rPr lang="en-US" dirty="0" err="1">
                <a:solidFill>
                  <a:schemeClr val="bg1"/>
                </a:solidFill>
                <a:latin typeface="Cascadia Code" panose="020B0609020000020004" pitchFamily="49" charset="0"/>
                <a:cs typeface="Cascadia Code" panose="020B0609020000020004" pitchFamily="49" charset="0"/>
              </a:rPr>
              <a:t>model_predictions</a:t>
            </a:r>
            <a:r>
              <a:rPr lang="en-US" dirty="0">
                <a:solidFill>
                  <a:schemeClr val="bg1"/>
                </a:solidFill>
                <a:latin typeface="Cascadia Code" panose="020B0609020000020004" pitchFamily="49" charset="0"/>
                <a:cs typeface="Cascadia Code" panose="020B0609020000020004" pitchFamily="49" charset="0"/>
              </a:rPr>
              <a:t> |&gt;</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a:solidFill>
                  <a:schemeClr val="bg2">
                    <a:lumMod val="75000"/>
                  </a:schemeClr>
                </a:solidFill>
                <a:latin typeface="Cascadia Code" panose="020B0609020000020004" pitchFamily="49" charset="0"/>
                <a:cs typeface="Cascadia Code" panose="020B0609020000020004" pitchFamily="49" charset="0"/>
              </a:rPr>
              <a:t># </a:t>
            </a:r>
            <a:r>
              <a:rPr lang="en-US" dirty="0" err="1">
                <a:solidFill>
                  <a:schemeClr val="bg2">
                    <a:lumMod val="75000"/>
                  </a:schemeClr>
                </a:solidFill>
                <a:latin typeface="Cascadia Code" panose="020B0609020000020004" pitchFamily="49" charset="0"/>
                <a:cs typeface="Cascadia Code" panose="020B0609020000020004" pitchFamily="49" charset="0"/>
              </a:rPr>
              <a:t>as_tibble</a:t>
            </a:r>
            <a:r>
              <a:rPr lang="en-US" dirty="0">
                <a:solidFill>
                  <a:schemeClr val="bg2">
                    <a:lumMod val="75000"/>
                  </a:schemeClr>
                </a:solidFill>
                <a:latin typeface="Cascadia Code" panose="020B0609020000020004" pitchFamily="49" charset="0"/>
                <a:cs typeface="Cascadia Code" panose="020B0609020000020004" pitchFamily="49" charset="0"/>
              </a:rPr>
              <a:t>() |&gt; # if using </a:t>
            </a:r>
            <a:r>
              <a:rPr lang="en-US" dirty="0" err="1">
                <a:solidFill>
                  <a:schemeClr val="bg2">
                    <a:lumMod val="75000"/>
                  </a:schemeClr>
                </a:solidFill>
                <a:latin typeface="Cascadia Code" panose="020B0609020000020004" pitchFamily="49" charset="0"/>
                <a:cs typeface="Cascadia Code" panose="020B0609020000020004" pitchFamily="49" charset="0"/>
              </a:rPr>
              <a:t>emmeans</a:t>
            </a:r>
            <a:endParaRPr lang="en-US" dirty="0">
              <a:solidFill>
                <a:schemeClr val="bg2">
                  <a:lumMod val="75000"/>
                </a:schemeClr>
              </a:solidFill>
              <a:latin typeface="Cascadia Code" panose="020B0609020000020004" pitchFamily="49" charset="0"/>
              <a:cs typeface="Cascadia Code" panose="020B0609020000020004" pitchFamily="49" charset="0"/>
            </a:endParaRP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ggplot</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rgbClr val="A5CB83"/>
                </a:solidFill>
                <a:latin typeface="Cascadia Code" panose="020B0609020000020004" pitchFamily="49" charset="0"/>
                <a:cs typeface="Cascadia Code" panose="020B0609020000020004" pitchFamily="49" charset="0"/>
              </a:rPr>
              <a:t>aes</a:t>
            </a:r>
            <a:r>
              <a:rPr lang="en-US" dirty="0">
                <a:solidFill>
                  <a:schemeClr val="bg1"/>
                </a:solidFill>
                <a:latin typeface="Cascadia Code" panose="020B0609020000020004" pitchFamily="49" charset="0"/>
                <a:cs typeface="Cascadia Code" panose="020B0609020000020004" pitchFamily="49" charset="0"/>
              </a:rPr>
              <a:t>(x = condition, y = estimate))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geom_col</a:t>
            </a:r>
            <a:r>
              <a:rPr lang="en-US" dirty="0">
                <a:solidFill>
                  <a:schemeClr val="bg1"/>
                </a:solidFill>
                <a:latin typeface="Cascadia Code" panose="020B0609020000020004" pitchFamily="49" charset="0"/>
                <a:cs typeface="Cascadia Code" panose="020B0609020000020004" pitchFamily="49" charset="0"/>
              </a:rPr>
              <a:t>()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2">
                    <a:lumMod val="75000"/>
                  </a:schemeClr>
                </a:solidFill>
                <a:latin typeface="Cascadia Code" panose="020B0609020000020004" pitchFamily="49" charset="0"/>
                <a:cs typeface="Cascadia Code" panose="020B0609020000020004" pitchFamily="49" charset="0"/>
              </a:rPr>
              <a:t>theme_stuff</a:t>
            </a:r>
            <a:r>
              <a:rPr lang="en-US" dirty="0">
                <a:solidFill>
                  <a:schemeClr val="bg2">
                    <a:lumMod val="75000"/>
                  </a:schemeClr>
                </a:solidFill>
                <a:latin typeface="Cascadia Code" panose="020B0609020000020004" pitchFamily="49" charset="0"/>
                <a:cs typeface="Cascadia Code" panose="020B0609020000020004" pitchFamily="49" charset="0"/>
              </a:rPr>
              <a:t>()</a:t>
            </a:r>
          </a:p>
        </p:txBody>
      </p:sp>
      <p:sp>
        <p:nvSpPr>
          <p:cNvPr id="10" name="Rectangle 9">
            <a:extLst>
              <a:ext uri="{FF2B5EF4-FFF2-40B4-BE49-F238E27FC236}">
                <a16:creationId xmlns:a16="http://schemas.microsoft.com/office/drawing/2014/main" id="{936E3812-8EC9-8977-DB9B-19255DB41A7B}"/>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code</a:t>
            </a:r>
          </a:p>
        </p:txBody>
      </p:sp>
      <p:sp>
        <p:nvSpPr>
          <p:cNvPr id="12" name="Rectangle 11">
            <a:extLst>
              <a:ext uri="{FF2B5EF4-FFF2-40B4-BE49-F238E27FC236}">
                <a16:creationId xmlns:a16="http://schemas.microsoft.com/office/drawing/2014/main" id="{EDEBCCFD-FB76-9097-5AC2-DF08C01489FA}"/>
              </a:ext>
            </a:extLst>
          </p:cNvPr>
          <p:cNvSpPr/>
          <p:nvPr/>
        </p:nvSpPr>
        <p:spPr>
          <a:xfrm>
            <a:off x="7826829" y="2030722"/>
            <a:ext cx="3526971" cy="4228564"/>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endParaRPr lang="en-US" dirty="0">
              <a:latin typeface="Cascadia Code" panose="020B0609020000020004" pitchFamily="49" charset="0"/>
              <a:cs typeface="Cascadia Code" panose="020B0609020000020004" pitchFamily="49" charset="0"/>
            </a:endParaRPr>
          </a:p>
        </p:txBody>
      </p:sp>
      <p:sp>
        <p:nvSpPr>
          <p:cNvPr id="14" name="Rectangle 13">
            <a:extLst>
              <a:ext uri="{FF2B5EF4-FFF2-40B4-BE49-F238E27FC236}">
                <a16:creationId xmlns:a16="http://schemas.microsoft.com/office/drawing/2014/main" id="{E4B7C091-E434-948C-6061-17DA9F06DB51}"/>
              </a:ext>
            </a:extLst>
          </p:cNvPr>
          <p:cNvSpPr/>
          <p:nvPr/>
        </p:nvSpPr>
        <p:spPr>
          <a:xfrm>
            <a:off x="9985514" y="1623218"/>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pic>
        <p:nvPicPr>
          <p:cNvPr id="16" name="Online Image Placeholder 6">
            <a:extLst>
              <a:ext uri="{FF2B5EF4-FFF2-40B4-BE49-F238E27FC236}">
                <a16:creationId xmlns:a16="http://schemas.microsoft.com/office/drawing/2014/main" id="{BFEBB3E0-B01C-DA95-7476-729643D0CB2B}"/>
              </a:ext>
            </a:extLst>
          </p:cNvPr>
          <p:cNvPicPr>
            <a:picLocks noChangeAspect="1"/>
          </p:cNvPicPr>
          <p:nvPr/>
        </p:nvPicPr>
        <p:blipFill rotWithShape="1">
          <a:blip r:embed="rId2">
            <a:extLst>
              <a:ext uri="{28A0092B-C50C-407E-A947-70E740481C1C}">
                <a14:useLocalDpi xmlns:a14="http://schemas.microsoft.com/office/drawing/2010/main" val="0"/>
              </a:ext>
            </a:extLst>
          </a:blip>
          <a:srcRect l="-47925" t="15868" r="47925" b="16726"/>
          <a:stretch>
            <a:fillRect/>
          </a:stretch>
        </p:blipFill>
        <p:spPr>
          <a:xfrm>
            <a:off x="9367520" y="247006"/>
            <a:ext cx="2156823" cy="898714"/>
          </a:xfrm>
          <a:prstGeom prst="rect">
            <a:avLst/>
          </a:prstGeom>
        </p:spPr>
      </p:pic>
      <p:pic>
        <p:nvPicPr>
          <p:cNvPr id="6" name="Picture 5">
            <a:extLst>
              <a:ext uri="{FF2B5EF4-FFF2-40B4-BE49-F238E27FC236}">
                <a16:creationId xmlns:a16="http://schemas.microsoft.com/office/drawing/2014/main" id="{4E509696-458B-5B6D-23F0-E41FF7542A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6058" y="2130292"/>
            <a:ext cx="3014570" cy="4019426"/>
          </a:xfrm>
          <a:prstGeom prst="rect">
            <a:avLst/>
          </a:prstGeom>
        </p:spPr>
      </p:pic>
    </p:spTree>
    <p:extLst>
      <p:ext uri="{BB962C8B-B14F-4D97-AF65-F5344CB8AC3E}">
        <p14:creationId xmlns:p14="http://schemas.microsoft.com/office/powerpoint/2010/main" val="1020881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52067-DF59-B3F3-480A-6C3B40FD9F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B1723C-6390-8DBA-9AE8-2A7C5820F6E9}"/>
              </a:ext>
            </a:extLst>
          </p:cNvPr>
          <p:cNvSpPr>
            <a:spLocks noGrp="1"/>
          </p:cNvSpPr>
          <p:nvPr>
            <p:ph idx="1"/>
          </p:nvPr>
        </p:nvSpPr>
        <p:spPr/>
        <p:txBody>
          <a:bodyPr/>
          <a:lstStyle/>
          <a:p>
            <a:r>
              <a:rPr lang="en-US" dirty="0" err="1"/>
              <a:t>emmeans</a:t>
            </a:r>
            <a:r>
              <a:rPr lang="en-US" dirty="0"/>
              <a:t> </a:t>
            </a:r>
            <a:r>
              <a:rPr lang="en-US" dirty="0">
                <a:latin typeface="Cascadia Code" panose="020B0609020000020004" pitchFamily="49" charset="0"/>
                <a:cs typeface="Cascadia Code" panose="020B0609020000020004" pitchFamily="49" charset="0"/>
              </a:rPr>
              <a:t>emtrends()</a:t>
            </a:r>
          </a:p>
        </p:txBody>
      </p:sp>
      <p:sp>
        <p:nvSpPr>
          <p:cNvPr id="3" name="Title 2">
            <a:extLst>
              <a:ext uri="{FF2B5EF4-FFF2-40B4-BE49-F238E27FC236}">
                <a16:creationId xmlns:a16="http://schemas.microsoft.com/office/drawing/2014/main" id="{2FF2349B-56DC-4D07-8D9D-373EBCD14865}"/>
              </a:ext>
            </a:extLst>
          </p:cNvPr>
          <p:cNvSpPr>
            <a:spLocks noGrp="1"/>
          </p:cNvSpPr>
          <p:nvPr>
            <p:ph type="ctrTitle"/>
          </p:nvPr>
        </p:nvSpPr>
        <p:spPr/>
        <p:txBody>
          <a:bodyPr/>
          <a:lstStyle/>
          <a:p>
            <a:r>
              <a:rPr lang="en-US" dirty="0"/>
              <a:t>Marginal effects</a:t>
            </a:r>
          </a:p>
        </p:txBody>
      </p:sp>
      <p:sp>
        <p:nvSpPr>
          <p:cNvPr id="4" name="Date Placeholder 3">
            <a:extLst>
              <a:ext uri="{FF2B5EF4-FFF2-40B4-BE49-F238E27FC236}">
                <a16:creationId xmlns:a16="http://schemas.microsoft.com/office/drawing/2014/main" id="{2627CCE7-F875-B055-F91A-D14F37281314}"/>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5" name="Online Image Placeholder 6">
            <a:extLst>
              <a:ext uri="{FF2B5EF4-FFF2-40B4-BE49-F238E27FC236}">
                <a16:creationId xmlns:a16="http://schemas.microsoft.com/office/drawing/2014/main" id="{B0001C45-C081-B3F9-368F-66170A6DB347}"/>
              </a:ext>
            </a:extLst>
          </p:cNvPr>
          <p:cNvPicPr>
            <a:picLocks noChangeAspect="1"/>
          </p:cNvPicPr>
          <p:nvPr/>
        </p:nvPicPr>
        <p:blipFill rotWithShape="1">
          <a:blip r:embed="rId3">
            <a:extLst>
              <a:ext uri="{28A0092B-C50C-407E-A947-70E740481C1C}">
                <a14:useLocalDpi xmlns:a14="http://schemas.microsoft.com/office/drawing/2010/main" val="0"/>
              </a:ext>
            </a:extLst>
          </a:blip>
          <a:srcRect l="80722" t="-1107" r="-719" b="1839"/>
          <a:stretch>
            <a:fillRect/>
          </a:stretch>
        </p:blipFill>
        <p:spPr>
          <a:xfrm rot="16200000">
            <a:off x="9943363" y="-597887"/>
            <a:ext cx="817905" cy="2509938"/>
          </a:xfrm>
          <a:prstGeom prst="rect">
            <a:avLst/>
          </a:prstGeom>
        </p:spPr>
      </p:pic>
      <p:sp>
        <p:nvSpPr>
          <p:cNvPr id="6" name="Rectangle 5">
            <a:extLst>
              <a:ext uri="{FF2B5EF4-FFF2-40B4-BE49-F238E27FC236}">
                <a16:creationId xmlns:a16="http://schemas.microsoft.com/office/drawing/2014/main" id="{8208B45D-8908-933B-B4E1-48CB13843420}"/>
              </a:ext>
            </a:extLst>
          </p:cNvPr>
          <p:cNvSpPr/>
          <p:nvPr/>
        </p:nvSpPr>
        <p:spPr>
          <a:xfrm>
            <a:off x="838199" y="2659972"/>
            <a:ext cx="5900057" cy="2115227"/>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925"/>
            <a:r>
              <a:rPr lang="en-US" dirty="0">
                <a:solidFill>
                  <a:srgbClr val="A5CB83"/>
                </a:solidFill>
                <a:latin typeface="Cascadia Code" panose="020B0609020000020004" pitchFamily="49" charset="0"/>
                <a:cs typeface="Cascadia Code" panose="020B0609020000020004" pitchFamily="49" charset="0"/>
              </a:rPr>
              <a:t>emtrends</a:t>
            </a:r>
            <a:r>
              <a:rPr lang="en-US" dirty="0">
                <a:latin typeface="Cascadia Code" panose="020B0609020000020004" pitchFamily="49" charset="0"/>
                <a:cs typeface="Cascadia Code" panose="020B0609020000020004" pitchFamily="49" charset="0"/>
              </a:rPr>
              <a:t>(  </a:t>
            </a:r>
          </a:p>
          <a:p>
            <a:pPr marL="576263" indent="-287338"/>
            <a:r>
              <a:rPr lang="en-US" dirty="0">
                <a:latin typeface="Cascadia Code" panose="020B0609020000020004" pitchFamily="49" charset="0"/>
                <a:cs typeface="Cascadia Code" panose="020B0609020000020004" pitchFamily="49" charset="0"/>
              </a:rPr>
              <a:t>	</a:t>
            </a:r>
            <a:r>
              <a:rPr lang="en-US" dirty="0" err="1">
                <a:latin typeface="Cascadia Code" panose="020B0609020000020004" pitchFamily="49" charset="0"/>
                <a:cs typeface="Cascadia Code" panose="020B0609020000020004" pitchFamily="49" charset="0"/>
              </a:rPr>
              <a:t>glmer_model</a:t>
            </a:r>
            <a:r>
              <a:rPr lang="en-US" dirty="0">
                <a:latin typeface="Cascadia Code" panose="020B0609020000020004" pitchFamily="49" charset="0"/>
                <a:cs typeface="Cascadia Code" panose="020B0609020000020004" pitchFamily="49" charset="0"/>
              </a:rPr>
              <a:t>, ~ </a:t>
            </a:r>
            <a:r>
              <a:rPr lang="en-US" dirty="0" err="1">
                <a:latin typeface="Cascadia Code" panose="020B0609020000020004" pitchFamily="49" charset="0"/>
                <a:cs typeface="Cascadia Code" panose="020B0609020000020004" pitchFamily="49" charset="0"/>
              </a:rPr>
              <a:t>x_age</a:t>
            </a:r>
            <a:r>
              <a:rPr lang="en-US" dirty="0">
                <a:latin typeface="Cascadia Code" panose="020B0609020000020004" pitchFamily="49" charset="0"/>
                <a:cs typeface="Cascadia Code" panose="020B0609020000020004" pitchFamily="49" charset="0"/>
              </a:rPr>
              <a:t>, var = </a:t>
            </a:r>
            <a:r>
              <a:rPr lang="en-US" dirty="0">
                <a:solidFill>
                  <a:srgbClr val="FFFF99"/>
                </a:solidFill>
                <a:latin typeface="Cascadia Code" panose="020B0609020000020004" pitchFamily="49" charset="0"/>
                <a:cs typeface="Cascadia Code" panose="020B0609020000020004" pitchFamily="49" charset="0"/>
              </a:rPr>
              <a:t>'</a:t>
            </a:r>
            <a:r>
              <a:rPr lang="en-US" dirty="0" err="1">
                <a:solidFill>
                  <a:srgbClr val="FFFF99"/>
                </a:solidFill>
                <a:latin typeface="Cascadia Code" panose="020B0609020000020004" pitchFamily="49" charset="0"/>
                <a:cs typeface="Cascadia Code" panose="020B0609020000020004" pitchFamily="49" charset="0"/>
              </a:rPr>
              <a:t>x_age</a:t>
            </a:r>
            <a:r>
              <a:rPr lang="en-US" dirty="0">
                <a:solidFill>
                  <a:srgbClr val="FFFF99"/>
                </a:solidFill>
                <a:latin typeface="Cascadia Code" panose="020B0609020000020004" pitchFamily="49" charset="0"/>
                <a:cs typeface="Cascadia Code" panose="020B0609020000020004" pitchFamily="49" charset="0"/>
              </a:rPr>
              <a:t>'</a:t>
            </a:r>
            <a:r>
              <a:rPr lang="en-US" dirty="0">
                <a:latin typeface="Cascadia Code" panose="020B0609020000020004" pitchFamily="49" charset="0"/>
                <a:cs typeface="Cascadia Code" panose="020B0609020000020004" pitchFamily="49" charset="0"/>
              </a:rPr>
              <a:t>,</a:t>
            </a:r>
          </a:p>
          <a:p>
            <a:pPr marL="576263" indent="-287338"/>
            <a:r>
              <a:rPr lang="en-US" dirty="0">
                <a:latin typeface="Cascadia Code" panose="020B0609020000020004" pitchFamily="49" charset="0"/>
                <a:cs typeface="Cascadia Code" panose="020B0609020000020004" pitchFamily="49" charset="0"/>
              </a:rPr>
              <a:t>	at = </a:t>
            </a:r>
            <a:r>
              <a:rPr lang="en-US" dirty="0">
                <a:solidFill>
                  <a:srgbClr val="A5CB83"/>
                </a:solidFill>
                <a:latin typeface="Cascadia Code" panose="020B0609020000020004" pitchFamily="49" charset="0"/>
                <a:cs typeface="Cascadia Code" panose="020B0609020000020004" pitchFamily="49" charset="0"/>
              </a:rPr>
              <a:t>list</a:t>
            </a:r>
            <a:r>
              <a:rPr lang="en-US" dirty="0">
                <a:latin typeface="Cascadia Code" panose="020B0609020000020004" pitchFamily="49" charset="0"/>
                <a:cs typeface="Cascadia Code" panose="020B0609020000020004" pitchFamily="49" charset="0"/>
              </a:rPr>
              <a:t>(</a:t>
            </a:r>
            <a:r>
              <a:rPr lang="en-US" dirty="0" err="1">
                <a:latin typeface="Cascadia Code" panose="020B0609020000020004" pitchFamily="49" charset="0"/>
                <a:cs typeface="Cascadia Code" panose="020B0609020000020004" pitchFamily="49" charset="0"/>
              </a:rPr>
              <a:t>x_age</a:t>
            </a:r>
            <a:r>
              <a:rPr lang="en-US" dirty="0">
                <a:latin typeface="Cascadia Code" panose="020B0609020000020004" pitchFamily="49" charset="0"/>
                <a:cs typeface="Cascadia Code" panose="020B0609020000020004" pitchFamily="49" charset="0"/>
              </a:rPr>
              <a:t> = </a:t>
            </a:r>
            <a:r>
              <a:rPr lang="en-US" dirty="0">
                <a:solidFill>
                  <a:srgbClr val="A5CB83"/>
                </a:solidFill>
                <a:latin typeface="Cascadia Code" panose="020B0609020000020004" pitchFamily="49" charset="0"/>
                <a:cs typeface="Cascadia Code" panose="020B0609020000020004" pitchFamily="49" charset="0"/>
              </a:rPr>
              <a:t>c</a:t>
            </a:r>
            <a:r>
              <a:rPr lang="en-US" dirty="0">
                <a:latin typeface="Cascadia Code" panose="020B0609020000020004" pitchFamily="49" charset="0"/>
                <a:cs typeface="Cascadia Code" panose="020B0609020000020004" pitchFamily="49" charset="0"/>
              </a:rPr>
              <a:t>(</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-1</a:t>
            </a:r>
            <a:r>
              <a:rPr lang="en-US" dirty="0">
                <a:latin typeface="Cascadia Code" panose="020B0609020000020004" pitchFamily="49" charset="0"/>
                <a:cs typeface="Cascadia Code" panose="020B0609020000020004" pitchFamily="49" charset="0"/>
              </a:rPr>
              <a:t>, </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0</a:t>
            </a:r>
            <a:r>
              <a:rPr lang="en-US" dirty="0">
                <a:latin typeface="Cascadia Code" panose="020B0609020000020004" pitchFamily="49" charset="0"/>
                <a:cs typeface="Cascadia Code" panose="020B0609020000020004" pitchFamily="49" charset="0"/>
              </a:rPr>
              <a:t>, </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1</a:t>
            </a:r>
            <a:r>
              <a:rPr lang="en-US" dirty="0">
                <a:latin typeface="Cascadia Code" panose="020B0609020000020004" pitchFamily="49" charset="0"/>
                <a:cs typeface="Cascadia Code" panose="020B0609020000020004" pitchFamily="49" charset="0"/>
              </a:rPr>
              <a:t>)),</a:t>
            </a:r>
          </a:p>
          <a:p>
            <a:pPr marL="576263" indent="-287338"/>
            <a:r>
              <a:rPr lang="en-US" dirty="0">
                <a:latin typeface="Cascadia Code" panose="020B0609020000020004" pitchFamily="49" charset="0"/>
                <a:cs typeface="Cascadia Code" panose="020B0609020000020004" pitchFamily="49" charset="0"/>
              </a:rPr>
              <a:t>	</a:t>
            </a:r>
            <a:r>
              <a:rPr lang="en-US" dirty="0" err="1">
                <a:latin typeface="Cascadia Code" panose="020B0609020000020004" pitchFamily="49" charset="0"/>
                <a:cs typeface="Cascadia Code" panose="020B0609020000020004" pitchFamily="49" charset="0"/>
              </a:rPr>
              <a:t>regrid</a:t>
            </a:r>
            <a:r>
              <a:rPr lang="en-US" dirty="0">
                <a:latin typeface="Cascadia Code" panose="020B0609020000020004" pitchFamily="49" charset="0"/>
                <a:cs typeface="Cascadia Code" panose="020B0609020000020004" pitchFamily="49" charset="0"/>
              </a:rPr>
              <a:t> = </a:t>
            </a:r>
            <a:r>
              <a:rPr lang="en-US" dirty="0">
                <a:solidFill>
                  <a:srgbClr val="FFFF99"/>
                </a:solidFill>
                <a:latin typeface="Cascadia Code" panose="020B0609020000020004" pitchFamily="49" charset="0"/>
                <a:cs typeface="Cascadia Code" panose="020B0609020000020004" pitchFamily="49" charset="0"/>
              </a:rPr>
              <a:t>'response'</a:t>
            </a:r>
          </a:p>
          <a:p>
            <a:pPr marL="288925"/>
            <a:r>
              <a:rPr lang="en-US" dirty="0">
                <a:latin typeface="Cascadia Code" panose="020B0609020000020004" pitchFamily="49" charset="0"/>
                <a:cs typeface="Cascadia Code" panose="020B0609020000020004" pitchFamily="49" charset="0"/>
              </a:rPr>
              <a:t>)</a:t>
            </a:r>
          </a:p>
        </p:txBody>
      </p:sp>
      <p:sp>
        <p:nvSpPr>
          <p:cNvPr id="7" name="Rectangle 6">
            <a:extLst>
              <a:ext uri="{FF2B5EF4-FFF2-40B4-BE49-F238E27FC236}">
                <a16:creationId xmlns:a16="http://schemas.microsoft.com/office/drawing/2014/main" id="{74A3172F-36F1-93D9-0D3E-EF5AD0A0F130}"/>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code</a:t>
            </a:r>
          </a:p>
        </p:txBody>
      </p:sp>
      <p:grpSp>
        <p:nvGrpSpPr>
          <p:cNvPr id="10" name="Group 9">
            <a:extLst>
              <a:ext uri="{FF2B5EF4-FFF2-40B4-BE49-F238E27FC236}">
                <a16:creationId xmlns:a16="http://schemas.microsoft.com/office/drawing/2014/main" id="{50B493C1-6CB2-9952-F367-C2872B728065}"/>
              </a:ext>
            </a:extLst>
          </p:cNvPr>
          <p:cNvGrpSpPr/>
          <p:nvPr/>
        </p:nvGrpSpPr>
        <p:grpSpPr>
          <a:xfrm>
            <a:off x="838198" y="4252452"/>
            <a:ext cx="10505902" cy="2097549"/>
            <a:chOff x="838198" y="2256407"/>
            <a:chExt cx="10505902" cy="2605548"/>
          </a:xfrm>
        </p:grpSpPr>
        <p:sp>
          <p:nvSpPr>
            <p:cNvPr id="8" name="Rectangle 7">
              <a:extLst>
                <a:ext uri="{FF2B5EF4-FFF2-40B4-BE49-F238E27FC236}">
                  <a16:creationId xmlns:a16="http://schemas.microsoft.com/office/drawing/2014/main" id="{3A2AD760-1DC8-ADB3-C94F-E2B925D9622E}"/>
                </a:ext>
              </a:extLst>
            </p:cNvPr>
            <p:cNvSpPr/>
            <p:nvPr/>
          </p:nvSpPr>
          <p:spPr>
            <a:xfrm>
              <a:off x="838198" y="2659972"/>
              <a:ext cx="10505902" cy="220198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r>
                <a:rPr lang="en-US" dirty="0">
                  <a:latin typeface="Cascadia Code" panose="020B0609020000020004" pitchFamily="49" charset="0"/>
                  <a:cs typeface="Cascadia Code" panose="020B0609020000020004" pitchFamily="49" charset="0"/>
                </a:rPr>
                <a:t> </a:t>
              </a:r>
              <a:r>
                <a:rPr lang="en-US" dirty="0">
                  <a:solidFill>
                    <a:schemeClr val="accent5">
                      <a:lumMod val="40000"/>
                      <a:lumOff val="60000"/>
                    </a:schemeClr>
                  </a:solidFill>
                  <a:latin typeface="Cascadia Code" panose="020B0609020000020004" pitchFamily="49" charset="0"/>
                  <a:cs typeface="Cascadia Code" panose="020B0609020000020004" pitchFamily="49" charset="0"/>
                </a:rPr>
                <a:t>NOTE: Results may be misleading due to involvement in interactions</a:t>
              </a:r>
            </a:p>
            <a:p>
              <a:pPr marL="914400" indent="-625475" algn="r"/>
              <a:r>
                <a:rPr lang="en-US" dirty="0">
                  <a:latin typeface="Cascadia Code" panose="020B0609020000020004" pitchFamily="49" charset="0"/>
                  <a:cs typeface="Cascadia Code" panose="020B0609020000020004" pitchFamily="49" charset="0"/>
                </a:rPr>
                <a:t> x_age </a:t>
              </a:r>
              <a:r>
                <a:rPr lang="en-US" dirty="0" err="1">
                  <a:latin typeface="Cascadia Code" panose="020B0609020000020004" pitchFamily="49" charset="0"/>
                  <a:cs typeface="Cascadia Code" panose="020B0609020000020004" pitchFamily="49" charset="0"/>
                </a:rPr>
                <a:t>x_age.trend</a:t>
              </a:r>
              <a:r>
                <a:rPr lang="en-US" dirty="0">
                  <a:latin typeface="Cascadia Code" panose="020B0609020000020004" pitchFamily="49" charset="0"/>
                  <a:cs typeface="Cascadia Code" panose="020B0609020000020004" pitchFamily="49" charset="0"/>
                </a:rPr>
                <a:t>      SE  </a:t>
              </a:r>
              <a:r>
                <a:rPr lang="en-US" dirty="0" err="1">
                  <a:latin typeface="Cascadia Code" panose="020B0609020000020004" pitchFamily="49" charset="0"/>
                  <a:cs typeface="Cascadia Code" panose="020B0609020000020004" pitchFamily="49" charset="0"/>
                </a:rPr>
                <a:t>df</a:t>
              </a:r>
              <a:r>
                <a:rPr lang="en-US" dirty="0">
                  <a:latin typeface="Cascadia Code" panose="020B0609020000020004" pitchFamily="49" charset="0"/>
                  <a:cs typeface="Cascadia Code" panose="020B0609020000020004" pitchFamily="49" charset="0"/>
                </a:rPr>
                <a:t> </a:t>
              </a:r>
              <a:r>
                <a:rPr lang="en-US" dirty="0" err="1">
                  <a:latin typeface="Cascadia Code" panose="020B0609020000020004" pitchFamily="49" charset="0"/>
                  <a:cs typeface="Cascadia Code" panose="020B0609020000020004" pitchFamily="49" charset="0"/>
                </a:rPr>
                <a:t>asymp.LCL</a:t>
              </a:r>
              <a:r>
                <a:rPr lang="en-US" dirty="0">
                  <a:latin typeface="Cascadia Code" panose="020B0609020000020004" pitchFamily="49" charset="0"/>
                  <a:cs typeface="Cascadia Code" panose="020B0609020000020004" pitchFamily="49" charset="0"/>
                </a:rPr>
                <a:t> </a:t>
              </a:r>
              <a:r>
                <a:rPr lang="en-US" dirty="0" err="1">
                  <a:latin typeface="Cascadia Code" panose="020B0609020000020004" pitchFamily="49" charset="0"/>
                  <a:cs typeface="Cascadia Code" panose="020B0609020000020004" pitchFamily="49" charset="0"/>
                </a:rPr>
                <a:t>asymp.UCL</a:t>
              </a:r>
              <a:endParaRPr lang="en-US" dirty="0">
                <a:latin typeface="Cascadia Code" panose="020B0609020000020004" pitchFamily="49" charset="0"/>
                <a:cs typeface="Cascadia Code" panose="020B0609020000020004" pitchFamily="49" charset="0"/>
              </a:endParaRPr>
            </a:p>
            <a:p>
              <a:pPr marL="914400" indent="-625475" algn="r"/>
              <a:r>
                <a:rPr lang="en-US" dirty="0">
                  <a:latin typeface="Cascadia Code" panose="020B0609020000020004" pitchFamily="49" charset="0"/>
                  <a:cs typeface="Cascadia Code" panose="020B0609020000020004" pitchFamily="49" charset="0"/>
                </a:rPr>
                <a:t>    -1      -0.158 0.00962 Inf    -0.177    -0.139</a:t>
              </a:r>
            </a:p>
            <a:p>
              <a:pPr marL="914400" indent="-625475" algn="r"/>
              <a:r>
                <a:rPr lang="en-US" dirty="0">
                  <a:latin typeface="Cascadia Code" panose="020B0609020000020004" pitchFamily="49" charset="0"/>
                  <a:cs typeface="Cascadia Code" panose="020B0609020000020004" pitchFamily="49" charset="0"/>
                </a:rPr>
                <a:t>     0      -0.199 0.01230 Inf    -0.223    -0.175</a:t>
              </a:r>
            </a:p>
            <a:p>
              <a:pPr marL="914400" indent="-625475" algn="r"/>
              <a:r>
                <a:rPr lang="en-US" dirty="0">
                  <a:latin typeface="Cascadia Code" panose="020B0609020000020004" pitchFamily="49" charset="0"/>
                  <a:cs typeface="Cascadia Code" panose="020B0609020000020004" pitchFamily="49" charset="0"/>
                </a:rPr>
                <a:t>     1      -0.180 0.00817 Inf    -0.196    -0.164</a:t>
              </a:r>
            </a:p>
          </p:txBody>
        </p:sp>
        <p:sp>
          <p:nvSpPr>
            <p:cNvPr id="9" name="Rectangle 8">
              <a:extLst>
                <a:ext uri="{FF2B5EF4-FFF2-40B4-BE49-F238E27FC236}">
                  <a16:creationId xmlns:a16="http://schemas.microsoft.com/office/drawing/2014/main" id="{E011A3B3-D47B-4E67-5CD1-F2E3D53C8391}"/>
                </a:ext>
              </a:extLst>
            </p:cNvPr>
            <p:cNvSpPr/>
            <p:nvPr/>
          </p:nvSpPr>
          <p:spPr>
            <a:xfrm>
              <a:off x="9975813" y="2256407"/>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grpSp>
      <p:grpSp>
        <p:nvGrpSpPr>
          <p:cNvPr id="11" name="Group 10">
            <a:extLst>
              <a:ext uri="{FF2B5EF4-FFF2-40B4-BE49-F238E27FC236}">
                <a16:creationId xmlns:a16="http://schemas.microsoft.com/office/drawing/2014/main" id="{2831360F-62C8-71FD-CF31-5DF61353E5A8}"/>
              </a:ext>
            </a:extLst>
          </p:cNvPr>
          <p:cNvGrpSpPr/>
          <p:nvPr/>
        </p:nvGrpSpPr>
        <p:grpSpPr>
          <a:xfrm>
            <a:off x="4565193" y="5061858"/>
            <a:ext cx="6788607" cy="1121230"/>
            <a:chOff x="6664581" y="5348275"/>
            <a:chExt cx="6788607" cy="1121230"/>
          </a:xfrm>
        </p:grpSpPr>
        <p:sp>
          <p:nvSpPr>
            <p:cNvPr id="12" name="Rectangle 11">
              <a:extLst>
                <a:ext uri="{FF2B5EF4-FFF2-40B4-BE49-F238E27FC236}">
                  <a16:creationId xmlns:a16="http://schemas.microsoft.com/office/drawing/2014/main" id="{CC0AB16B-0BC8-A67B-D0FA-9214AEDBFE75}"/>
                </a:ext>
              </a:extLst>
            </p:cNvPr>
            <p:cNvSpPr/>
            <p:nvPr/>
          </p:nvSpPr>
          <p:spPr>
            <a:xfrm>
              <a:off x="6664581" y="5348276"/>
              <a:ext cx="874181" cy="112122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268141-9490-39E2-8F28-A08992F7A7DF}"/>
                </a:ext>
              </a:extLst>
            </p:cNvPr>
            <p:cNvSpPr/>
            <p:nvPr/>
          </p:nvSpPr>
          <p:spPr>
            <a:xfrm>
              <a:off x="7548462" y="5348276"/>
              <a:ext cx="1615755" cy="112122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4DF1A67-993E-8558-0A0E-5779BF56F404}"/>
                </a:ext>
              </a:extLst>
            </p:cNvPr>
            <p:cNvSpPr/>
            <p:nvPr/>
          </p:nvSpPr>
          <p:spPr>
            <a:xfrm>
              <a:off x="10731759" y="5348275"/>
              <a:ext cx="2721429" cy="112122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76556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48DF0-96A6-E64C-A7EA-2FE71713565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936C96-5C60-23A1-09FB-1CB808797C83}"/>
              </a:ext>
            </a:extLst>
          </p:cNvPr>
          <p:cNvSpPr>
            <a:spLocks noGrp="1"/>
          </p:cNvSpPr>
          <p:nvPr>
            <p:ph idx="1"/>
          </p:nvPr>
        </p:nvSpPr>
        <p:spPr/>
        <p:txBody>
          <a:bodyPr/>
          <a:lstStyle/>
          <a:p>
            <a:r>
              <a:rPr lang="en-US" dirty="0" err="1"/>
              <a:t>marginaleffects</a:t>
            </a:r>
            <a:r>
              <a:rPr lang="en-US" dirty="0"/>
              <a:t> </a:t>
            </a:r>
            <a:r>
              <a:rPr lang="en-US" dirty="0" err="1">
                <a:latin typeface="Cascadia Code" panose="020B0609020000020004" pitchFamily="49" charset="0"/>
                <a:cs typeface="Cascadia Code" panose="020B0609020000020004" pitchFamily="49" charset="0"/>
              </a:rPr>
              <a:t>avg_slopes</a:t>
            </a:r>
            <a:r>
              <a:rPr lang="en-US" dirty="0">
                <a:latin typeface="Cascadia Code" panose="020B0609020000020004" pitchFamily="49" charset="0"/>
                <a:cs typeface="Cascadia Code" panose="020B0609020000020004" pitchFamily="49" charset="0"/>
              </a:rPr>
              <a:t>()</a:t>
            </a:r>
          </a:p>
        </p:txBody>
      </p:sp>
      <p:sp>
        <p:nvSpPr>
          <p:cNvPr id="3" name="Title 2">
            <a:extLst>
              <a:ext uri="{FF2B5EF4-FFF2-40B4-BE49-F238E27FC236}">
                <a16:creationId xmlns:a16="http://schemas.microsoft.com/office/drawing/2014/main" id="{51EFD04A-E47B-07EA-3391-D92515518E74}"/>
              </a:ext>
            </a:extLst>
          </p:cNvPr>
          <p:cNvSpPr>
            <a:spLocks noGrp="1"/>
          </p:cNvSpPr>
          <p:nvPr>
            <p:ph type="ctrTitle"/>
          </p:nvPr>
        </p:nvSpPr>
        <p:spPr/>
        <p:txBody>
          <a:bodyPr/>
          <a:lstStyle/>
          <a:p>
            <a:r>
              <a:rPr lang="en-US" dirty="0"/>
              <a:t>Marginal effects</a:t>
            </a:r>
          </a:p>
        </p:txBody>
      </p:sp>
      <p:sp>
        <p:nvSpPr>
          <p:cNvPr id="4" name="Date Placeholder 3">
            <a:extLst>
              <a:ext uri="{FF2B5EF4-FFF2-40B4-BE49-F238E27FC236}">
                <a16:creationId xmlns:a16="http://schemas.microsoft.com/office/drawing/2014/main" id="{00C538BA-C347-CCF1-5D92-217428449086}"/>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5" name="Online Image Placeholder 6">
            <a:extLst>
              <a:ext uri="{FF2B5EF4-FFF2-40B4-BE49-F238E27FC236}">
                <a16:creationId xmlns:a16="http://schemas.microsoft.com/office/drawing/2014/main" id="{3B772BE8-DDDB-2E0C-CDCA-166E43BF4343}"/>
              </a:ext>
            </a:extLst>
          </p:cNvPr>
          <p:cNvPicPr>
            <a:picLocks noChangeAspect="1"/>
          </p:cNvPicPr>
          <p:nvPr/>
        </p:nvPicPr>
        <p:blipFill rotWithShape="1">
          <a:blip r:embed="rId2">
            <a:extLst>
              <a:ext uri="{28A0092B-C50C-407E-A947-70E740481C1C}">
                <a14:useLocalDpi xmlns:a14="http://schemas.microsoft.com/office/drawing/2010/main" val="0"/>
              </a:ext>
            </a:extLst>
          </a:blip>
          <a:srcRect l="80722" t="-1107" r="-719" b="1839"/>
          <a:stretch>
            <a:fillRect/>
          </a:stretch>
        </p:blipFill>
        <p:spPr>
          <a:xfrm rot="16200000">
            <a:off x="9943363" y="-597887"/>
            <a:ext cx="817905" cy="2509938"/>
          </a:xfrm>
          <a:prstGeom prst="rect">
            <a:avLst/>
          </a:prstGeom>
        </p:spPr>
      </p:pic>
      <p:sp>
        <p:nvSpPr>
          <p:cNvPr id="6" name="Rectangle 5">
            <a:extLst>
              <a:ext uri="{FF2B5EF4-FFF2-40B4-BE49-F238E27FC236}">
                <a16:creationId xmlns:a16="http://schemas.microsoft.com/office/drawing/2014/main" id="{AA5F1F13-557E-960F-AC03-3E3539629EA7}"/>
              </a:ext>
            </a:extLst>
          </p:cNvPr>
          <p:cNvSpPr/>
          <p:nvPr/>
        </p:nvSpPr>
        <p:spPr>
          <a:xfrm>
            <a:off x="838199" y="2659972"/>
            <a:ext cx="8795658" cy="2115227"/>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925"/>
            <a:r>
              <a:rPr lang="en-US" dirty="0" err="1">
                <a:solidFill>
                  <a:srgbClr val="A5CB83"/>
                </a:solidFill>
                <a:latin typeface="Cascadia Code" panose="020B0609020000020004" pitchFamily="49" charset="0"/>
                <a:cs typeface="Cascadia Code" panose="020B0609020000020004" pitchFamily="49" charset="0"/>
              </a:rPr>
              <a:t>avg_slopes</a:t>
            </a:r>
            <a:r>
              <a:rPr lang="en-US" dirty="0">
                <a:solidFill>
                  <a:schemeClr val="bg1"/>
                </a:solidFill>
                <a:latin typeface="Cascadia Code" panose="020B0609020000020004" pitchFamily="49" charset="0"/>
                <a:cs typeface="Cascadia Code" panose="020B0609020000020004" pitchFamily="49" charset="0"/>
              </a:rPr>
              <a:t>(</a:t>
            </a:r>
          </a:p>
          <a:p>
            <a:pPr marL="511175" indent="-222250"/>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glmer_model</a:t>
            </a:r>
            <a:r>
              <a:rPr lang="en-US" dirty="0">
                <a:solidFill>
                  <a:schemeClr val="bg1"/>
                </a:solidFill>
                <a:latin typeface="Cascadia Code" panose="020B0609020000020004" pitchFamily="49" charset="0"/>
                <a:cs typeface="Cascadia Code" panose="020B0609020000020004" pitchFamily="49" charset="0"/>
              </a:rPr>
              <a:t>,</a:t>
            </a:r>
          </a:p>
          <a:p>
            <a:pPr marL="511175" indent="-222250"/>
            <a:r>
              <a:rPr lang="en-US" dirty="0">
                <a:solidFill>
                  <a:schemeClr val="bg1"/>
                </a:solidFill>
                <a:latin typeface="Cascadia Code" panose="020B0609020000020004" pitchFamily="49" charset="0"/>
                <a:cs typeface="Cascadia Code" panose="020B0609020000020004" pitchFamily="49" charset="0"/>
              </a:rPr>
              <a:t>	variables = </a:t>
            </a:r>
            <a:r>
              <a:rPr lang="en-US" dirty="0">
                <a:solidFill>
                  <a:srgbClr val="FFFF99"/>
                </a:solidFill>
                <a:latin typeface="Cascadia Code" panose="020B0609020000020004" pitchFamily="49" charset="0"/>
                <a:cs typeface="Cascadia Code" panose="020B0609020000020004" pitchFamily="49" charset="0"/>
              </a:rPr>
              <a:t>'</a:t>
            </a:r>
            <a:r>
              <a:rPr lang="en-US" dirty="0" err="1">
                <a:solidFill>
                  <a:srgbClr val="FFFF99"/>
                </a:solidFill>
                <a:latin typeface="Cascadia Code" panose="020B0609020000020004" pitchFamily="49" charset="0"/>
                <a:cs typeface="Cascadia Code" panose="020B0609020000020004" pitchFamily="49" charset="0"/>
              </a:rPr>
              <a:t>x_age</a:t>
            </a:r>
            <a:r>
              <a:rPr lang="en-US" dirty="0">
                <a:solidFill>
                  <a:srgbClr val="FFFF99"/>
                </a:solidFill>
                <a:latin typeface="Cascadia Code" panose="020B0609020000020004" pitchFamily="49" charset="0"/>
                <a:cs typeface="Cascadia Code" panose="020B0609020000020004" pitchFamily="49" charset="0"/>
              </a:rPr>
              <a:t>'</a:t>
            </a:r>
            <a:r>
              <a:rPr lang="en-US" dirty="0">
                <a:solidFill>
                  <a:schemeClr val="bg1"/>
                </a:solidFill>
                <a:latin typeface="Cascadia Code" panose="020B0609020000020004" pitchFamily="49" charset="0"/>
                <a:cs typeface="Cascadia Code" panose="020B0609020000020004" pitchFamily="49" charset="0"/>
              </a:rPr>
              <a:t>,</a:t>
            </a:r>
          </a:p>
          <a:p>
            <a:pPr marL="511175" indent="-222250"/>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newdata</a:t>
            </a:r>
            <a:r>
              <a:rPr lang="en-US" dirty="0">
                <a:solidFill>
                  <a:schemeClr val="bg1"/>
                </a:solidFill>
                <a:latin typeface="Cascadia Code" panose="020B0609020000020004" pitchFamily="49" charset="0"/>
                <a:cs typeface="Cascadia Code" panose="020B0609020000020004" pitchFamily="49" charset="0"/>
              </a:rPr>
              <a:t> = </a:t>
            </a:r>
            <a:r>
              <a:rPr lang="en-US" dirty="0" err="1">
                <a:solidFill>
                  <a:srgbClr val="A5CB83"/>
                </a:solidFill>
                <a:latin typeface="Cascadia Code" panose="020B0609020000020004" pitchFamily="49" charset="0"/>
                <a:cs typeface="Cascadia Code" panose="020B0609020000020004" pitchFamily="49" charset="0"/>
              </a:rPr>
              <a:t>datagrid</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chemeClr val="bg1"/>
                </a:solidFill>
                <a:latin typeface="Cascadia Code" panose="020B0609020000020004" pitchFamily="49" charset="0"/>
                <a:cs typeface="Cascadia Code" panose="020B0609020000020004" pitchFamily="49" charset="0"/>
              </a:rPr>
              <a:t>x_age</a:t>
            </a:r>
            <a:r>
              <a:rPr lang="en-US" dirty="0">
                <a:solidFill>
                  <a:schemeClr val="bg1"/>
                </a:solidFill>
                <a:latin typeface="Cascadia Code" panose="020B0609020000020004" pitchFamily="49" charset="0"/>
                <a:cs typeface="Cascadia Code" panose="020B0609020000020004" pitchFamily="49" charset="0"/>
              </a:rPr>
              <a:t> = </a:t>
            </a:r>
            <a:r>
              <a:rPr lang="en-US" dirty="0">
                <a:solidFill>
                  <a:srgbClr val="A5CB83"/>
                </a:solidFill>
                <a:latin typeface="Cascadia Code" panose="020B0609020000020004" pitchFamily="49" charset="0"/>
                <a:cs typeface="Cascadia Code" panose="020B0609020000020004" pitchFamily="49" charset="0"/>
              </a:rPr>
              <a:t>c</a:t>
            </a:r>
            <a:r>
              <a:rPr lang="en-US" dirty="0">
                <a:solidFill>
                  <a:schemeClr val="bg1"/>
                </a:solidFill>
                <a:latin typeface="Cascadia Code" panose="020B0609020000020004" pitchFamily="49" charset="0"/>
                <a:cs typeface="Cascadia Code" panose="020B0609020000020004" pitchFamily="49" charset="0"/>
              </a:rPr>
              <a:t>(</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-1</a:t>
            </a:r>
            <a:r>
              <a:rPr lang="en-US" dirty="0">
                <a:solidFill>
                  <a:schemeClr val="bg1"/>
                </a:solidFill>
                <a:latin typeface="Cascadia Code" panose="020B0609020000020004" pitchFamily="49" charset="0"/>
                <a:cs typeface="Cascadia Code" panose="020B0609020000020004" pitchFamily="49" charset="0"/>
              </a:rPr>
              <a:t>, </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0</a:t>
            </a:r>
            <a:r>
              <a:rPr lang="en-US" dirty="0">
                <a:solidFill>
                  <a:schemeClr val="bg1"/>
                </a:solidFill>
                <a:latin typeface="Cascadia Code" panose="020B0609020000020004" pitchFamily="49" charset="0"/>
                <a:cs typeface="Cascadia Code" panose="020B0609020000020004" pitchFamily="49" charset="0"/>
              </a:rPr>
              <a:t>, </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1</a:t>
            </a:r>
            <a:r>
              <a:rPr lang="en-US" dirty="0">
                <a:solidFill>
                  <a:schemeClr val="bg1"/>
                </a:solidFill>
                <a:latin typeface="Cascadia Code" panose="020B0609020000020004" pitchFamily="49" charset="0"/>
                <a:cs typeface="Cascadia Code" panose="020B0609020000020004" pitchFamily="49" charset="0"/>
              </a:rPr>
              <a:t>), condition = </a:t>
            </a:r>
            <a:r>
              <a:rPr lang="en-US" dirty="0">
                <a:solidFill>
                  <a:srgbClr val="A5CB83"/>
                </a:solidFill>
                <a:latin typeface="Cascadia Code" panose="020B0609020000020004" pitchFamily="49" charset="0"/>
                <a:cs typeface="Cascadia Code" panose="020B0609020000020004" pitchFamily="49" charset="0"/>
              </a:rPr>
              <a:t>unique</a:t>
            </a:r>
            <a:r>
              <a:rPr lang="en-US" dirty="0">
                <a:solidFill>
                  <a:schemeClr val="bg1"/>
                </a:solidFill>
                <a:latin typeface="Cascadia Code" panose="020B0609020000020004" pitchFamily="49" charset="0"/>
                <a:cs typeface="Cascadia Code" panose="020B0609020000020004" pitchFamily="49" charset="0"/>
              </a:rPr>
              <a:t>)</a:t>
            </a:r>
          </a:p>
          <a:p>
            <a:pPr marL="511175" indent="-222250"/>
            <a:r>
              <a:rPr lang="en-US" dirty="0">
                <a:solidFill>
                  <a:schemeClr val="bg1"/>
                </a:solidFill>
                <a:latin typeface="Cascadia Code" panose="020B0609020000020004" pitchFamily="49" charset="0"/>
                <a:cs typeface="Cascadia Code" panose="020B0609020000020004" pitchFamily="49" charset="0"/>
              </a:rPr>
              <a:t>)</a:t>
            </a:r>
          </a:p>
        </p:txBody>
      </p:sp>
      <p:sp>
        <p:nvSpPr>
          <p:cNvPr id="7" name="Rectangle 6">
            <a:extLst>
              <a:ext uri="{FF2B5EF4-FFF2-40B4-BE49-F238E27FC236}">
                <a16:creationId xmlns:a16="http://schemas.microsoft.com/office/drawing/2014/main" id="{D0A2F579-C501-6634-FCDD-A3DCF8590B4D}"/>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code</a:t>
            </a:r>
          </a:p>
        </p:txBody>
      </p:sp>
      <p:grpSp>
        <p:nvGrpSpPr>
          <p:cNvPr id="10" name="Group 9">
            <a:extLst>
              <a:ext uri="{FF2B5EF4-FFF2-40B4-BE49-F238E27FC236}">
                <a16:creationId xmlns:a16="http://schemas.microsoft.com/office/drawing/2014/main" id="{E00275D0-A2E6-9C3E-89B1-3D13E08BF6C5}"/>
              </a:ext>
            </a:extLst>
          </p:cNvPr>
          <p:cNvGrpSpPr/>
          <p:nvPr/>
        </p:nvGrpSpPr>
        <p:grpSpPr>
          <a:xfrm>
            <a:off x="838198" y="4252452"/>
            <a:ext cx="10505902" cy="2605548"/>
            <a:chOff x="838198" y="2256407"/>
            <a:chExt cx="10505902" cy="2605548"/>
          </a:xfrm>
        </p:grpSpPr>
        <p:sp>
          <p:nvSpPr>
            <p:cNvPr id="8" name="Rectangle 7">
              <a:extLst>
                <a:ext uri="{FF2B5EF4-FFF2-40B4-BE49-F238E27FC236}">
                  <a16:creationId xmlns:a16="http://schemas.microsoft.com/office/drawing/2014/main" id="{DEECEC02-7068-B741-608C-1AEB01CA101B}"/>
                </a:ext>
              </a:extLst>
            </p:cNvPr>
            <p:cNvSpPr/>
            <p:nvPr/>
          </p:nvSpPr>
          <p:spPr>
            <a:xfrm>
              <a:off x="838198" y="2659972"/>
              <a:ext cx="10505902" cy="220198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r>
                <a:rPr lang="en-US" dirty="0">
                  <a:latin typeface="Cascadia Code" panose="020B0609020000020004" pitchFamily="49" charset="0"/>
                  <a:cs typeface="Cascadia Code" panose="020B0609020000020004" pitchFamily="49" charset="0"/>
                </a:rPr>
                <a:t> x_age Estimate Std. Error      z </a:t>
              </a:r>
              <a:r>
                <a:rPr lang="en-US" dirty="0" err="1">
                  <a:latin typeface="Cascadia Code" panose="020B0609020000020004" pitchFamily="49" charset="0"/>
                  <a:cs typeface="Cascadia Code" panose="020B0609020000020004" pitchFamily="49" charset="0"/>
                </a:rPr>
                <a:t>Pr</a:t>
              </a:r>
              <a:r>
                <a:rPr lang="en-US" dirty="0">
                  <a:latin typeface="Cascadia Code" panose="020B0609020000020004" pitchFamily="49" charset="0"/>
                  <a:cs typeface="Cascadia Code" panose="020B0609020000020004" pitchFamily="49" charset="0"/>
                </a:rPr>
                <a:t>(&gt;|z|)    S  2.5 % 97.5 %</a:t>
              </a:r>
            </a:p>
            <a:p>
              <a:pPr marL="914400" indent="-625475" algn="r"/>
              <a:r>
                <a:rPr lang="en-US" dirty="0">
                  <a:latin typeface="Cascadia Code" panose="020B0609020000020004" pitchFamily="49" charset="0"/>
                  <a:cs typeface="Cascadia Code" panose="020B0609020000020004" pitchFamily="49" charset="0"/>
                </a:rPr>
                <a:t>    -1   -0.149     0.0143 -10.39   &lt;0.001 81.6 -0.177 -0.121</a:t>
              </a:r>
            </a:p>
            <a:p>
              <a:pPr marL="914400" indent="-625475" algn="r"/>
              <a:r>
                <a:rPr lang="en-US" dirty="0">
                  <a:latin typeface="Cascadia Code" panose="020B0609020000020004" pitchFamily="49" charset="0"/>
                  <a:cs typeface="Cascadia Code" panose="020B0609020000020004" pitchFamily="49" charset="0"/>
                </a:rPr>
                <a:t>     0   -0.163     0.0186  -8.79   &lt;0.001 59.2 -0.199 -0.127</a:t>
              </a:r>
            </a:p>
            <a:p>
              <a:pPr marL="914400" indent="-625475" algn="r"/>
              <a:r>
                <a:rPr lang="en-US" dirty="0">
                  <a:latin typeface="Cascadia Code" panose="020B0609020000020004" pitchFamily="49" charset="0"/>
                  <a:cs typeface="Cascadia Code" panose="020B0609020000020004" pitchFamily="49" charset="0"/>
                </a:rPr>
                <a:t>     1   -0.145     0.0131 -11.04   &lt;0.001 91.8 -0.171 -0.119</a:t>
              </a:r>
            </a:p>
          </p:txBody>
        </p:sp>
        <p:sp>
          <p:nvSpPr>
            <p:cNvPr id="9" name="Rectangle 8">
              <a:extLst>
                <a:ext uri="{FF2B5EF4-FFF2-40B4-BE49-F238E27FC236}">
                  <a16:creationId xmlns:a16="http://schemas.microsoft.com/office/drawing/2014/main" id="{7F498A70-D4E6-E15F-D17B-C12B7B12601D}"/>
                </a:ext>
              </a:extLst>
            </p:cNvPr>
            <p:cNvSpPr/>
            <p:nvPr/>
          </p:nvSpPr>
          <p:spPr>
            <a:xfrm>
              <a:off x="9975813" y="2256407"/>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grpSp>
      <p:grpSp>
        <p:nvGrpSpPr>
          <p:cNvPr id="15" name="Group 14">
            <a:extLst>
              <a:ext uri="{FF2B5EF4-FFF2-40B4-BE49-F238E27FC236}">
                <a16:creationId xmlns:a16="http://schemas.microsoft.com/office/drawing/2014/main" id="{C74DF94F-BD9B-5397-17E0-087395BB4761}"/>
              </a:ext>
            </a:extLst>
          </p:cNvPr>
          <p:cNvGrpSpPr/>
          <p:nvPr/>
        </p:nvGrpSpPr>
        <p:grpSpPr>
          <a:xfrm>
            <a:off x="3106508" y="5207279"/>
            <a:ext cx="8214637" cy="1121230"/>
            <a:chOff x="6664581" y="5348275"/>
            <a:chExt cx="8214637" cy="1121230"/>
          </a:xfrm>
        </p:grpSpPr>
        <p:sp>
          <p:nvSpPr>
            <p:cNvPr id="16" name="Rectangle 15">
              <a:extLst>
                <a:ext uri="{FF2B5EF4-FFF2-40B4-BE49-F238E27FC236}">
                  <a16:creationId xmlns:a16="http://schemas.microsoft.com/office/drawing/2014/main" id="{61635B71-F047-AC74-5986-EFE1C38446B7}"/>
                </a:ext>
              </a:extLst>
            </p:cNvPr>
            <p:cNvSpPr/>
            <p:nvPr/>
          </p:nvSpPr>
          <p:spPr>
            <a:xfrm>
              <a:off x="6664581" y="5348276"/>
              <a:ext cx="874181" cy="112122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C5694A4-F644-C651-03F1-B799DCFF3755}"/>
                </a:ext>
              </a:extLst>
            </p:cNvPr>
            <p:cNvSpPr/>
            <p:nvPr/>
          </p:nvSpPr>
          <p:spPr>
            <a:xfrm>
              <a:off x="7548462" y="5348276"/>
              <a:ext cx="1191211" cy="112122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E078527-0B10-1A79-352E-E368275A4AB8}"/>
                </a:ext>
              </a:extLst>
            </p:cNvPr>
            <p:cNvSpPr/>
            <p:nvPr/>
          </p:nvSpPr>
          <p:spPr>
            <a:xfrm>
              <a:off x="12995987" y="5348275"/>
              <a:ext cx="1883231" cy="1121229"/>
            </a:xfrm>
            <a:prstGeom prst="rect">
              <a:avLst/>
            </a:prstGeom>
            <a:noFill/>
            <a:ln w="28575">
              <a:solidFill>
                <a:srgbClr val="A5CB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6081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E5D28-ECDA-C0D3-83D8-2F699F3A0E6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6B4093-1BD4-0F3C-8040-6A6C071F71C1}"/>
              </a:ext>
            </a:extLst>
          </p:cNvPr>
          <p:cNvSpPr>
            <a:spLocks noGrp="1"/>
          </p:cNvSpPr>
          <p:nvPr>
            <p:ph idx="1"/>
          </p:nvPr>
        </p:nvSpPr>
        <p:spPr/>
        <p:txBody>
          <a:bodyPr/>
          <a:lstStyle/>
          <a:p>
            <a:r>
              <a:rPr lang="en-US" dirty="0"/>
              <a:t>Visualization, use predictions</a:t>
            </a:r>
          </a:p>
        </p:txBody>
      </p:sp>
      <p:sp>
        <p:nvSpPr>
          <p:cNvPr id="3" name="Title 2">
            <a:extLst>
              <a:ext uri="{FF2B5EF4-FFF2-40B4-BE49-F238E27FC236}">
                <a16:creationId xmlns:a16="http://schemas.microsoft.com/office/drawing/2014/main" id="{C19981A2-B890-6462-94AE-4529695A3DEA}"/>
              </a:ext>
            </a:extLst>
          </p:cNvPr>
          <p:cNvSpPr>
            <a:spLocks noGrp="1"/>
          </p:cNvSpPr>
          <p:nvPr>
            <p:ph type="ctrTitle"/>
          </p:nvPr>
        </p:nvSpPr>
        <p:spPr/>
        <p:txBody>
          <a:bodyPr/>
          <a:lstStyle/>
          <a:p>
            <a:r>
              <a:rPr lang="en-US" dirty="0"/>
              <a:t>Marginal effects</a:t>
            </a:r>
          </a:p>
        </p:txBody>
      </p:sp>
      <p:sp>
        <p:nvSpPr>
          <p:cNvPr id="4" name="Date Placeholder 3">
            <a:extLst>
              <a:ext uri="{FF2B5EF4-FFF2-40B4-BE49-F238E27FC236}">
                <a16:creationId xmlns:a16="http://schemas.microsoft.com/office/drawing/2014/main" id="{43EC24A0-D40A-21F3-1A5C-C56DF6EACAE4}"/>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8" name="Rectangle 7">
            <a:extLst>
              <a:ext uri="{FF2B5EF4-FFF2-40B4-BE49-F238E27FC236}">
                <a16:creationId xmlns:a16="http://schemas.microsoft.com/office/drawing/2014/main" id="{552E5DC4-39A9-58C5-4DE3-40C0327E7560}"/>
              </a:ext>
            </a:extLst>
          </p:cNvPr>
          <p:cNvSpPr/>
          <p:nvPr/>
        </p:nvSpPr>
        <p:spPr>
          <a:xfrm>
            <a:off x="838201" y="2659972"/>
            <a:ext cx="4822370" cy="3599314"/>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6263" indent="-287338"/>
            <a:r>
              <a:rPr lang="en-US" dirty="0">
                <a:solidFill>
                  <a:schemeClr val="bg1"/>
                </a:solidFill>
                <a:latin typeface="Cascadia Code" panose="020B0609020000020004" pitchFamily="49" charset="0"/>
                <a:cs typeface="Cascadia Code" panose="020B0609020000020004" pitchFamily="49" charset="0"/>
              </a:rPr>
              <a:t>preds &lt;- </a:t>
            </a:r>
            <a:r>
              <a:rPr lang="en-US" dirty="0">
                <a:solidFill>
                  <a:srgbClr val="A5CB83"/>
                </a:solidFill>
                <a:latin typeface="Cascadia Code" panose="020B0609020000020004" pitchFamily="49" charset="0"/>
                <a:cs typeface="Cascadia Code" panose="020B0609020000020004" pitchFamily="49" charset="0"/>
              </a:rPr>
              <a:t>predictions</a:t>
            </a:r>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glmer_model</a:t>
            </a:r>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by = </a:t>
            </a:r>
            <a:r>
              <a:rPr lang="en-US" dirty="0">
                <a:solidFill>
                  <a:srgbClr val="FFFF99"/>
                </a:solidFill>
                <a:latin typeface="Cascadia Code" panose="020B0609020000020004" pitchFamily="49" charset="0"/>
                <a:cs typeface="Cascadia Code" panose="020B0609020000020004" pitchFamily="49" charset="0"/>
              </a:rPr>
              <a:t>'x_age'</a:t>
            </a:r>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newdata</a:t>
            </a:r>
            <a:r>
              <a:rPr lang="en-US" dirty="0">
                <a:solidFill>
                  <a:schemeClr val="bg1"/>
                </a:solidFill>
                <a:latin typeface="Cascadia Code" panose="020B0609020000020004" pitchFamily="49" charset="0"/>
                <a:cs typeface="Cascadia Code" panose="020B0609020000020004" pitchFamily="49" charset="0"/>
              </a:rPr>
              <a:t> = </a:t>
            </a:r>
            <a:r>
              <a:rPr lang="en-US" dirty="0" err="1">
                <a:solidFill>
                  <a:srgbClr val="A5CB83"/>
                </a:solidFill>
                <a:latin typeface="Cascadia Code" panose="020B0609020000020004" pitchFamily="49" charset="0"/>
                <a:cs typeface="Cascadia Code" panose="020B0609020000020004" pitchFamily="49" charset="0"/>
              </a:rPr>
              <a:t>datagrid</a:t>
            </a:r>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x_age = </a:t>
            </a:r>
            <a:r>
              <a:rPr lang="en-US" dirty="0">
                <a:solidFill>
                  <a:srgbClr val="A5CB83"/>
                </a:solidFill>
                <a:latin typeface="Cascadia Code" panose="020B0609020000020004" pitchFamily="49" charset="0"/>
                <a:cs typeface="Cascadia Code" panose="020B0609020000020004" pitchFamily="49" charset="0"/>
              </a:rPr>
              <a:t>seq</a:t>
            </a:r>
            <a:r>
              <a:rPr lang="en-US" dirty="0">
                <a:solidFill>
                  <a:schemeClr val="bg1"/>
                </a:solidFill>
                <a:latin typeface="Cascadia Code" panose="020B0609020000020004" pitchFamily="49" charset="0"/>
                <a:cs typeface="Cascadia Code" panose="020B0609020000020004" pitchFamily="49" charset="0"/>
              </a:rPr>
              <a:t>(      	  		   </a:t>
            </a:r>
            <a:r>
              <a:rPr lang="en-US" dirty="0">
                <a:solidFill>
                  <a:srgbClr val="A5CB83"/>
                </a:solidFill>
                <a:latin typeface="Cascadia Code" panose="020B0609020000020004" pitchFamily="49" charset="0"/>
                <a:cs typeface="Cascadia Code" panose="020B0609020000020004" pitchFamily="49" charset="0"/>
              </a:rPr>
              <a:t>min</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chemeClr val="bg1"/>
                </a:solidFill>
                <a:latin typeface="Cascadia Code" panose="020B0609020000020004" pitchFamily="49" charset="0"/>
                <a:cs typeface="Cascadia Code" panose="020B0609020000020004" pitchFamily="49" charset="0"/>
              </a:rPr>
              <a:t>my_data$x_age</a:t>
            </a:r>
            <a:r>
              <a:rPr lang="en-US" dirty="0">
                <a:solidFill>
                  <a:schemeClr val="bg1"/>
                </a:solidFill>
                <a:latin typeface="Cascadia Code" panose="020B0609020000020004" pitchFamily="49" charset="0"/>
                <a:cs typeface="Cascadia Code" panose="020B0609020000020004" pitchFamily="49" charset="0"/>
              </a:rPr>
              <a:t>),       	   </a:t>
            </a:r>
            <a:r>
              <a:rPr lang="en-US" dirty="0">
                <a:solidFill>
                  <a:srgbClr val="A5CB83"/>
                </a:solidFill>
                <a:latin typeface="Cascadia Code" panose="020B0609020000020004" pitchFamily="49" charset="0"/>
                <a:cs typeface="Cascadia Code" panose="020B0609020000020004" pitchFamily="49" charset="0"/>
              </a:rPr>
              <a:t>max</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chemeClr val="bg1"/>
                </a:solidFill>
                <a:latin typeface="Cascadia Code" panose="020B0609020000020004" pitchFamily="49" charset="0"/>
                <a:cs typeface="Cascadia Code" panose="020B0609020000020004" pitchFamily="49" charset="0"/>
              </a:rPr>
              <a:t>my_data$x_age</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length.out</a:t>
            </a:r>
            <a:r>
              <a:rPr lang="en-US" dirty="0">
                <a:solidFill>
                  <a:schemeClr val="bg1"/>
                </a:solidFill>
                <a:latin typeface="Cascadia Code" panose="020B0609020000020004" pitchFamily="49" charset="0"/>
                <a:cs typeface="Cascadia Code" panose="020B0609020000020004" pitchFamily="49" charset="0"/>
              </a:rPr>
              <a:t> = 10    </a:t>
            </a:r>
          </a:p>
          <a:p>
            <a:pPr marL="576263" indent="-287338"/>
            <a:r>
              <a:rPr lang="en-US" dirty="0">
                <a:solidFill>
                  <a:schemeClr val="bg1"/>
                </a:solidFill>
                <a:latin typeface="Cascadia Code" panose="020B0609020000020004" pitchFamily="49" charset="0"/>
                <a:cs typeface="Cascadia Code" panose="020B0609020000020004" pitchFamily="49" charset="0"/>
              </a:rPr>
              <a:t>		)  </a:t>
            </a:r>
          </a:p>
          <a:p>
            <a:pPr marL="576263" indent="-287338"/>
            <a:r>
              <a:rPr lang="en-US" dirty="0">
                <a:solidFill>
                  <a:schemeClr val="bg1"/>
                </a:solidFill>
                <a:latin typeface="Cascadia Code" panose="020B0609020000020004" pitchFamily="49" charset="0"/>
                <a:cs typeface="Cascadia Code" panose="020B0609020000020004" pitchFamily="49" charset="0"/>
              </a:rPr>
              <a:t>	)  </a:t>
            </a:r>
          </a:p>
          <a:p>
            <a:pPr marL="288925"/>
            <a:r>
              <a:rPr lang="en-US" dirty="0">
                <a:solidFill>
                  <a:schemeClr val="bg1"/>
                </a:solidFill>
                <a:latin typeface="Cascadia Code" panose="020B0609020000020004" pitchFamily="49" charset="0"/>
                <a:cs typeface="Cascadia Code" panose="020B0609020000020004" pitchFamily="49" charset="0"/>
              </a:rPr>
              <a:t>)	</a:t>
            </a:r>
          </a:p>
        </p:txBody>
      </p:sp>
      <p:sp>
        <p:nvSpPr>
          <p:cNvPr id="10" name="Rectangle 9">
            <a:extLst>
              <a:ext uri="{FF2B5EF4-FFF2-40B4-BE49-F238E27FC236}">
                <a16:creationId xmlns:a16="http://schemas.microsoft.com/office/drawing/2014/main" id="{A218D579-FC8B-2BC6-17E4-36028EAAA245}"/>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code</a:t>
            </a:r>
          </a:p>
        </p:txBody>
      </p:sp>
      <p:sp>
        <p:nvSpPr>
          <p:cNvPr id="12" name="Rectangle 11">
            <a:extLst>
              <a:ext uri="{FF2B5EF4-FFF2-40B4-BE49-F238E27FC236}">
                <a16:creationId xmlns:a16="http://schemas.microsoft.com/office/drawing/2014/main" id="{597891A7-15F7-1E08-EB6D-7A651299746A}"/>
              </a:ext>
            </a:extLst>
          </p:cNvPr>
          <p:cNvSpPr/>
          <p:nvPr/>
        </p:nvSpPr>
        <p:spPr>
          <a:xfrm>
            <a:off x="6368143" y="2023693"/>
            <a:ext cx="4985656" cy="4228564"/>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endParaRPr lang="en-US" dirty="0">
              <a:latin typeface="Cascadia Code" panose="020B0609020000020004" pitchFamily="49" charset="0"/>
              <a:cs typeface="Cascadia Code" panose="020B0609020000020004" pitchFamily="49" charset="0"/>
            </a:endParaRPr>
          </a:p>
        </p:txBody>
      </p:sp>
      <p:sp>
        <p:nvSpPr>
          <p:cNvPr id="14" name="Rectangle 13">
            <a:extLst>
              <a:ext uri="{FF2B5EF4-FFF2-40B4-BE49-F238E27FC236}">
                <a16:creationId xmlns:a16="http://schemas.microsoft.com/office/drawing/2014/main" id="{86B0D504-FF24-C062-9621-954639DA56D9}"/>
              </a:ext>
            </a:extLst>
          </p:cNvPr>
          <p:cNvSpPr/>
          <p:nvPr/>
        </p:nvSpPr>
        <p:spPr>
          <a:xfrm>
            <a:off x="9985514" y="1623218"/>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grpSp>
        <p:nvGrpSpPr>
          <p:cNvPr id="6" name="Group 5">
            <a:extLst>
              <a:ext uri="{FF2B5EF4-FFF2-40B4-BE49-F238E27FC236}">
                <a16:creationId xmlns:a16="http://schemas.microsoft.com/office/drawing/2014/main" id="{61B7BFC8-739E-E3F3-9A2B-D4999E6820A6}"/>
              </a:ext>
            </a:extLst>
          </p:cNvPr>
          <p:cNvGrpSpPr/>
          <p:nvPr/>
        </p:nvGrpSpPr>
        <p:grpSpPr>
          <a:xfrm>
            <a:off x="838198" y="2171237"/>
            <a:ext cx="10395856" cy="4081020"/>
            <a:chOff x="838198" y="2171237"/>
            <a:chExt cx="10395856" cy="4081020"/>
          </a:xfrm>
        </p:grpSpPr>
        <p:sp>
          <p:nvSpPr>
            <p:cNvPr id="5" name="Rectangle 4">
              <a:extLst>
                <a:ext uri="{FF2B5EF4-FFF2-40B4-BE49-F238E27FC236}">
                  <a16:creationId xmlns:a16="http://schemas.microsoft.com/office/drawing/2014/main" id="{B3AD932A-479B-ADDA-202A-5695DDA0DEA5}"/>
                </a:ext>
              </a:extLst>
            </p:cNvPr>
            <p:cNvSpPr/>
            <p:nvPr/>
          </p:nvSpPr>
          <p:spPr>
            <a:xfrm>
              <a:off x="838198" y="2652943"/>
              <a:ext cx="5529943" cy="3599314"/>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69913" indent="-280988"/>
              <a:r>
                <a:rPr lang="en-US" dirty="0">
                  <a:solidFill>
                    <a:schemeClr val="bg1"/>
                  </a:solidFill>
                  <a:latin typeface="Cascadia Code" panose="020B0609020000020004" pitchFamily="49" charset="0"/>
                  <a:cs typeface="Cascadia Code" panose="020B0609020000020004" pitchFamily="49" charset="0"/>
                </a:rPr>
                <a:t>preds |&gt;</a:t>
              </a:r>
              <a:endParaRPr lang="en-US" dirty="0">
                <a:solidFill>
                  <a:schemeClr val="bg2">
                    <a:lumMod val="75000"/>
                  </a:schemeClr>
                </a:solidFill>
                <a:latin typeface="Cascadia Code" panose="020B0609020000020004" pitchFamily="49" charset="0"/>
                <a:cs typeface="Cascadia Code" panose="020B0609020000020004" pitchFamily="49" charset="0"/>
              </a:endParaRP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ggplot</a:t>
              </a:r>
              <a:r>
                <a:rPr lang="en-US" dirty="0">
                  <a:solidFill>
                    <a:schemeClr val="bg1"/>
                  </a:solidFill>
                  <a:latin typeface="Cascadia Code" panose="020B0609020000020004" pitchFamily="49" charset="0"/>
                  <a:cs typeface="Cascadia Code" panose="020B0609020000020004" pitchFamily="49" charset="0"/>
                </a:rPr>
                <a:t>(</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aes</a:t>
              </a:r>
              <a:r>
                <a:rPr lang="en-US" dirty="0">
                  <a:solidFill>
                    <a:schemeClr val="bg1"/>
                  </a:solidFill>
                  <a:latin typeface="Cascadia Code" panose="020B0609020000020004" pitchFamily="49" charset="0"/>
                  <a:cs typeface="Cascadia Code" panose="020B0609020000020004" pitchFamily="49" charset="0"/>
                </a:rPr>
                <a:t>(x = x_age, y = estimate)</a:t>
              </a:r>
            </a:p>
            <a:p>
              <a:pPr marL="569913" indent="-280988"/>
              <a:r>
                <a:rPr lang="en-US" dirty="0">
                  <a:solidFill>
                    <a:schemeClr val="bg1"/>
                  </a:solidFill>
                  <a:latin typeface="Cascadia Code" panose="020B0609020000020004" pitchFamily="49" charset="0"/>
                  <a:cs typeface="Cascadia Code" panose="020B0609020000020004" pitchFamily="49" charset="0"/>
                </a:rPr>
                <a:t>	)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geom_line</a:t>
              </a:r>
              <a:r>
                <a:rPr lang="en-US" dirty="0">
                  <a:solidFill>
                    <a:schemeClr val="bg1"/>
                  </a:solidFill>
                  <a:latin typeface="Cascadia Code" panose="020B0609020000020004" pitchFamily="49" charset="0"/>
                  <a:cs typeface="Cascadia Code" panose="020B0609020000020004" pitchFamily="49" charset="0"/>
                </a:rPr>
                <a:t>()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geom_ribbon</a:t>
              </a:r>
              <a:r>
                <a:rPr lang="en-US" dirty="0">
                  <a:solidFill>
                    <a:schemeClr val="bg1"/>
                  </a:solidFill>
                  <a:latin typeface="Cascadia Code" panose="020B0609020000020004" pitchFamily="49" charset="0"/>
                  <a:cs typeface="Cascadia Code" panose="020B0609020000020004" pitchFamily="49" charset="0"/>
                </a:rPr>
                <a:t>(</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aes</a:t>
              </a:r>
              <a:r>
                <a:rPr lang="en-US" dirty="0">
                  <a:solidFill>
                    <a:schemeClr val="bg1"/>
                  </a:solidFill>
                  <a:latin typeface="Cascadia Code" panose="020B0609020000020004" pitchFamily="49" charset="0"/>
                  <a:cs typeface="Cascadia Code" panose="020B0609020000020004" pitchFamily="49" charset="0"/>
                </a:rPr>
                <a:t>(</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ymin</a:t>
              </a:r>
              <a:r>
                <a:rPr lang="en-US" dirty="0">
                  <a:solidFill>
                    <a:schemeClr val="bg1"/>
                  </a:solidFill>
                  <a:latin typeface="Cascadia Code" panose="020B0609020000020004" pitchFamily="49" charset="0"/>
                  <a:cs typeface="Cascadia Code" panose="020B0609020000020004" pitchFamily="49" charset="0"/>
                </a:rPr>
                <a:t> = </a:t>
              </a:r>
              <a:r>
                <a:rPr lang="en-US" dirty="0" err="1">
                  <a:solidFill>
                    <a:schemeClr val="bg1"/>
                  </a:solidFill>
                  <a:latin typeface="Cascadia Code" panose="020B0609020000020004" pitchFamily="49" charset="0"/>
                  <a:cs typeface="Cascadia Code" panose="020B0609020000020004" pitchFamily="49" charset="0"/>
                </a:rPr>
                <a:t>conf.low</a:t>
              </a:r>
              <a:r>
                <a:rPr lang="en-US" dirty="0">
                  <a:solidFill>
                    <a:schemeClr val="bg1"/>
                  </a:solidFill>
                  <a:latin typeface="Cascadia Code" panose="020B0609020000020004" pitchFamily="49" charset="0"/>
                  <a:cs typeface="Cascadia Code" panose="020B0609020000020004" pitchFamily="49" charset="0"/>
                </a:rPr>
                <a:t>,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ymax</a:t>
              </a:r>
              <a:r>
                <a:rPr lang="en-US" dirty="0">
                  <a:solidFill>
                    <a:schemeClr val="bg1"/>
                  </a:solidFill>
                  <a:latin typeface="Cascadia Code" panose="020B0609020000020004" pitchFamily="49" charset="0"/>
                  <a:cs typeface="Cascadia Code" panose="020B0609020000020004" pitchFamily="49" charset="0"/>
                </a:rPr>
                <a:t> = </a:t>
              </a:r>
              <a:r>
                <a:rPr lang="en-US" dirty="0" err="1">
                  <a:solidFill>
                    <a:schemeClr val="bg1"/>
                  </a:solidFill>
                  <a:latin typeface="Cascadia Code" panose="020B0609020000020004" pitchFamily="49" charset="0"/>
                  <a:cs typeface="Cascadia Code" panose="020B0609020000020004" pitchFamily="49" charset="0"/>
                </a:rPr>
                <a:t>conf.high</a:t>
              </a:r>
              <a:endParaRPr lang="en-US" dirty="0">
                <a:solidFill>
                  <a:schemeClr val="bg1"/>
                </a:solidFill>
                <a:latin typeface="Cascadia Code" panose="020B0609020000020004" pitchFamily="49" charset="0"/>
                <a:cs typeface="Cascadia Code" panose="020B0609020000020004" pitchFamily="49" charset="0"/>
              </a:endParaRPr>
            </a:p>
            <a:p>
              <a:pPr marL="569913" indent="-280988"/>
              <a:r>
                <a:rPr lang="en-US" dirty="0">
                  <a:solidFill>
                    <a:schemeClr val="bg1"/>
                  </a:solidFill>
                  <a:latin typeface="Cascadia Code" panose="020B0609020000020004" pitchFamily="49" charset="0"/>
                  <a:cs typeface="Cascadia Code" panose="020B0609020000020004" pitchFamily="49" charset="0"/>
                </a:rPr>
                <a:t>		)</a:t>
              </a:r>
            </a:p>
            <a:p>
              <a:pPr marL="569913" indent="-280988"/>
              <a:r>
                <a:rPr lang="en-US" dirty="0">
                  <a:solidFill>
                    <a:schemeClr val="bg1"/>
                  </a:solidFill>
                  <a:latin typeface="Cascadia Code" panose="020B0609020000020004" pitchFamily="49" charset="0"/>
                  <a:cs typeface="Cascadia Code" panose="020B0609020000020004" pitchFamily="49" charset="0"/>
                </a:rPr>
                <a:t>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2">
                      <a:lumMod val="75000"/>
                    </a:schemeClr>
                  </a:solidFill>
                  <a:latin typeface="Cascadia Code" panose="020B0609020000020004" pitchFamily="49" charset="0"/>
                  <a:cs typeface="Cascadia Code" panose="020B0609020000020004" pitchFamily="49" charset="0"/>
                </a:rPr>
                <a:t>theme_stuff</a:t>
              </a:r>
              <a:r>
                <a:rPr lang="en-US" dirty="0">
                  <a:solidFill>
                    <a:schemeClr val="bg2">
                      <a:lumMod val="75000"/>
                    </a:schemeClr>
                  </a:solidFill>
                  <a:latin typeface="Cascadia Code" panose="020B0609020000020004" pitchFamily="49" charset="0"/>
                  <a:cs typeface="Cascadia Code" panose="020B0609020000020004" pitchFamily="49" charset="0"/>
                </a:rPr>
                <a:t>()</a:t>
              </a:r>
            </a:p>
          </p:txBody>
        </p:sp>
        <p:pic>
          <p:nvPicPr>
            <p:cNvPr id="9" name="Picture 8">
              <a:extLst>
                <a:ext uri="{FF2B5EF4-FFF2-40B4-BE49-F238E27FC236}">
                  <a16:creationId xmlns:a16="http://schemas.microsoft.com/office/drawing/2014/main" id="{C0757DDA-6B47-1638-0B8D-F7E01386CA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5094" y="2171237"/>
              <a:ext cx="4718960" cy="3932467"/>
            </a:xfrm>
            <a:prstGeom prst="rect">
              <a:avLst/>
            </a:prstGeom>
          </p:spPr>
        </p:pic>
      </p:grpSp>
      <p:pic>
        <p:nvPicPr>
          <p:cNvPr id="13" name="Online Image Placeholder 6">
            <a:extLst>
              <a:ext uri="{FF2B5EF4-FFF2-40B4-BE49-F238E27FC236}">
                <a16:creationId xmlns:a16="http://schemas.microsoft.com/office/drawing/2014/main" id="{62782517-5590-CB26-51E9-EC6C4B5073C4}"/>
              </a:ext>
            </a:extLst>
          </p:cNvPr>
          <p:cNvPicPr>
            <a:picLocks noChangeAspect="1"/>
          </p:cNvPicPr>
          <p:nvPr/>
        </p:nvPicPr>
        <p:blipFill rotWithShape="1">
          <a:blip r:embed="rId4">
            <a:extLst>
              <a:ext uri="{28A0092B-C50C-407E-A947-70E740481C1C}">
                <a14:useLocalDpi xmlns:a14="http://schemas.microsoft.com/office/drawing/2010/main" val="0"/>
              </a:ext>
            </a:extLst>
          </a:blip>
          <a:srcRect l="80722" t="-1107" r="-719" b="1839"/>
          <a:stretch>
            <a:fillRect/>
          </a:stretch>
        </p:blipFill>
        <p:spPr>
          <a:xfrm rot="16200000">
            <a:off x="9943363" y="-597887"/>
            <a:ext cx="817905" cy="2509938"/>
          </a:xfrm>
          <a:prstGeom prst="rect">
            <a:avLst/>
          </a:prstGeom>
        </p:spPr>
      </p:pic>
    </p:spTree>
    <p:extLst>
      <p:ext uri="{BB962C8B-B14F-4D97-AF65-F5344CB8AC3E}">
        <p14:creationId xmlns:p14="http://schemas.microsoft.com/office/powerpoint/2010/main" val="383352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FFF68-6EFB-248D-AB08-A197E452B0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3DD872-EB07-35E1-4220-C073C509A61B}"/>
              </a:ext>
            </a:extLst>
          </p:cNvPr>
          <p:cNvSpPr>
            <a:spLocks noGrp="1"/>
          </p:cNvSpPr>
          <p:nvPr>
            <p:ph idx="1"/>
          </p:nvPr>
        </p:nvSpPr>
        <p:spPr/>
        <p:txBody>
          <a:bodyPr/>
          <a:lstStyle/>
          <a:p>
            <a:r>
              <a:rPr lang="en-US"/>
              <a:t>Log odds slopes by condition across age</a:t>
            </a:r>
          </a:p>
        </p:txBody>
      </p:sp>
      <p:sp>
        <p:nvSpPr>
          <p:cNvPr id="3" name="Title 2">
            <a:extLst>
              <a:ext uri="{FF2B5EF4-FFF2-40B4-BE49-F238E27FC236}">
                <a16:creationId xmlns:a16="http://schemas.microsoft.com/office/drawing/2014/main" id="{68BBAD91-4AFA-9B0A-2B7F-9850D94C1FE6}"/>
              </a:ext>
            </a:extLst>
          </p:cNvPr>
          <p:cNvSpPr>
            <a:spLocks noGrp="1"/>
          </p:cNvSpPr>
          <p:nvPr>
            <p:ph type="ctrTitle"/>
          </p:nvPr>
        </p:nvSpPr>
        <p:spPr/>
        <p:txBody>
          <a:bodyPr/>
          <a:lstStyle/>
          <a:p>
            <a:r>
              <a:rPr lang="en-US"/>
              <a:t>Interactions</a:t>
            </a:r>
          </a:p>
        </p:txBody>
      </p:sp>
      <p:sp>
        <p:nvSpPr>
          <p:cNvPr id="4" name="Date Placeholder 3">
            <a:extLst>
              <a:ext uri="{FF2B5EF4-FFF2-40B4-BE49-F238E27FC236}">
                <a16:creationId xmlns:a16="http://schemas.microsoft.com/office/drawing/2014/main" id="{575F7BEA-26B3-F935-2A40-27385AC5EAEF}"/>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16" name="Online Image Placeholder 6">
            <a:extLst>
              <a:ext uri="{FF2B5EF4-FFF2-40B4-BE49-F238E27FC236}">
                <a16:creationId xmlns:a16="http://schemas.microsoft.com/office/drawing/2014/main" id="{FF1A28DB-77E2-3269-5764-EF7F8042982E}"/>
              </a:ext>
            </a:extLst>
          </p:cNvPr>
          <p:cNvPicPr>
            <a:picLocks noChangeAspect="1"/>
          </p:cNvPicPr>
          <p:nvPr/>
        </p:nvPicPr>
        <p:blipFill rotWithShape="1">
          <a:blip r:embed="rId3">
            <a:extLst>
              <a:ext uri="{28A0092B-C50C-407E-A947-70E740481C1C}">
                <a14:useLocalDpi xmlns:a14="http://schemas.microsoft.com/office/drawing/2010/main" val="0"/>
              </a:ext>
            </a:extLst>
          </a:blip>
          <a:srcRect l="-47925" t="15868" r="47925" b="16726"/>
          <a:stretch>
            <a:fillRect/>
          </a:stretch>
        </p:blipFill>
        <p:spPr>
          <a:xfrm>
            <a:off x="7408094" y="247006"/>
            <a:ext cx="2156823" cy="898714"/>
          </a:xfrm>
          <a:prstGeom prst="rect">
            <a:avLst/>
          </a:prstGeom>
        </p:spPr>
      </p:pic>
      <p:pic>
        <p:nvPicPr>
          <p:cNvPr id="7" name="Online Image Placeholder 6">
            <a:extLst>
              <a:ext uri="{FF2B5EF4-FFF2-40B4-BE49-F238E27FC236}">
                <a16:creationId xmlns:a16="http://schemas.microsoft.com/office/drawing/2014/main" id="{1252B157-E282-DB3E-DADD-FA3DF3999510}"/>
              </a:ext>
            </a:extLst>
          </p:cNvPr>
          <p:cNvPicPr>
            <a:picLocks noChangeAspect="1"/>
          </p:cNvPicPr>
          <p:nvPr/>
        </p:nvPicPr>
        <p:blipFill rotWithShape="1">
          <a:blip r:embed="rId3">
            <a:extLst>
              <a:ext uri="{28A0092B-C50C-407E-A947-70E740481C1C}">
                <a14:useLocalDpi xmlns:a14="http://schemas.microsoft.com/office/drawing/2010/main" val="0"/>
              </a:ext>
            </a:extLst>
          </a:blip>
          <a:srcRect l="80722" t="-1107" r="-719" b="1839"/>
          <a:stretch>
            <a:fillRect/>
          </a:stretch>
        </p:blipFill>
        <p:spPr>
          <a:xfrm rot="16200000">
            <a:off x="10204620" y="-597887"/>
            <a:ext cx="817905" cy="2509938"/>
          </a:xfrm>
          <a:prstGeom prst="rect">
            <a:avLst/>
          </a:prstGeom>
        </p:spPr>
      </p:pic>
      <p:sp>
        <p:nvSpPr>
          <p:cNvPr id="13" name="Rectangle 12">
            <a:extLst>
              <a:ext uri="{FF2B5EF4-FFF2-40B4-BE49-F238E27FC236}">
                <a16:creationId xmlns:a16="http://schemas.microsoft.com/office/drawing/2014/main" id="{80DB3755-6281-A7F0-0D62-5B73A4CCECAD}"/>
              </a:ext>
            </a:extLst>
          </p:cNvPr>
          <p:cNvSpPr/>
          <p:nvPr/>
        </p:nvSpPr>
        <p:spPr>
          <a:xfrm>
            <a:off x="6096000" y="2659971"/>
            <a:ext cx="5257800" cy="2880858"/>
          </a:xfrm>
          <a:prstGeom prst="rect">
            <a:avLst/>
          </a:prstGeom>
          <a:solidFill>
            <a:srgbClr val="5634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8925"/>
            <a:r>
              <a:rPr lang="en-US" err="1">
                <a:solidFill>
                  <a:srgbClr val="A5CB83"/>
                </a:solidFill>
                <a:latin typeface="Cascadia Code" panose="020B0609020000020004" pitchFamily="49" charset="0"/>
                <a:cs typeface="Cascadia Code" panose="020B0609020000020004" pitchFamily="49" charset="0"/>
              </a:rPr>
              <a:t>avg_slopes</a:t>
            </a:r>
            <a:r>
              <a:rPr lang="en-US">
                <a:solidFill>
                  <a:schemeClr val="bg1"/>
                </a:solidFill>
                <a:latin typeface="Cascadia Code" panose="020B0609020000020004" pitchFamily="49" charset="0"/>
                <a:cs typeface="Cascadia Code" panose="020B0609020000020004" pitchFamily="49" charset="0"/>
              </a:rPr>
              <a:t>(  </a:t>
            </a:r>
          </a:p>
          <a:p>
            <a:pPr marL="576263" indent="-287338"/>
            <a:r>
              <a:rPr lang="en-US">
                <a:solidFill>
                  <a:schemeClr val="bg1"/>
                </a:solidFill>
                <a:latin typeface="Cascadia Code" panose="020B0609020000020004" pitchFamily="49" charset="0"/>
                <a:cs typeface="Cascadia Code" panose="020B0609020000020004" pitchFamily="49" charset="0"/>
              </a:rPr>
              <a:t>	</a:t>
            </a:r>
            <a:r>
              <a:rPr lang="en-US" err="1">
                <a:solidFill>
                  <a:schemeClr val="bg1"/>
                </a:solidFill>
                <a:latin typeface="Cascadia Code" panose="020B0609020000020004" pitchFamily="49" charset="0"/>
                <a:cs typeface="Cascadia Code" panose="020B0609020000020004" pitchFamily="49" charset="0"/>
              </a:rPr>
              <a:t>glmer_model</a:t>
            </a:r>
            <a:r>
              <a:rPr lang="en-US">
                <a:solidFill>
                  <a:schemeClr val="bg1"/>
                </a:solidFill>
                <a:latin typeface="Cascadia Code" panose="020B0609020000020004" pitchFamily="49" charset="0"/>
                <a:cs typeface="Cascadia Code" panose="020B0609020000020004" pitchFamily="49" charset="0"/>
              </a:rPr>
              <a:t>,</a:t>
            </a:r>
          </a:p>
          <a:p>
            <a:pPr marL="576263" indent="-287338"/>
            <a:r>
              <a:rPr lang="en-US">
                <a:solidFill>
                  <a:schemeClr val="bg1"/>
                </a:solidFill>
                <a:latin typeface="Cascadia Code" panose="020B0609020000020004" pitchFamily="49" charset="0"/>
                <a:cs typeface="Cascadia Code" panose="020B0609020000020004" pitchFamily="49" charset="0"/>
              </a:rPr>
              <a:t>	by = </a:t>
            </a:r>
            <a:r>
              <a:rPr lang="en-US">
                <a:solidFill>
                  <a:srgbClr val="FFFF99"/>
                </a:solidFill>
                <a:latin typeface="Cascadia Code" panose="020B0609020000020004" pitchFamily="49" charset="0"/>
                <a:cs typeface="Cascadia Code" panose="020B0609020000020004" pitchFamily="49" charset="0"/>
              </a:rPr>
              <a:t>'condition'</a:t>
            </a:r>
            <a:r>
              <a:rPr lang="en-US">
                <a:solidFill>
                  <a:schemeClr val="bg1"/>
                </a:solidFill>
                <a:latin typeface="Cascadia Code" panose="020B0609020000020004" pitchFamily="49" charset="0"/>
                <a:cs typeface="Cascadia Code" panose="020B0609020000020004" pitchFamily="49" charset="0"/>
              </a:rPr>
              <a:t>,</a:t>
            </a:r>
            <a:endParaRPr lang="en-US">
              <a:solidFill>
                <a:srgbClr val="FFFF99"/>
              </a:solidFill>
              <a:latin typeface="Cascadia Code" panose="020B0609020000020004" pitchFamily="49" charset="0"/>
              <a:cs typeface="Cascadia Code" panose="020B0609020000020004" pitchFamily="49" charset="0"/>
            </a:endParaRPr>
          </a:p>
          <a:p>
            <a:pPr marL="576263" indent="-287338"/>
            <a:r>
              <a:rPr lang="en-US">
                <a:solidFill>
                  <a:srgbClr val="FFFF99"/>
                </a:solidFill>
                <a:latin typeface="Cascadia Code" panose="020B0609020000020004" pitchFamily="49" charset="0"/>
                <a:cs typeface="Cascadia Code" panose="020B0609020000020004" pitchFamily="49" charset="0"/>
              </a:rPr>
              <a:t>	</a:t>
            </a:r>
            <a:r>
              <a:rPr lang="en-US">
                <a:solidFill>
                  <a:schemeClr val="bg1"/>
                </a:solidFill>
                <a:latin typeface="Cascadia Code" panose="020B0609020000020004" pitchFamily="49" charset="0"/>
                <a:cs typeface="Cascadia Code" panose="020B0609020000020004" pitchFamily="49" charset="0"/>
              </a:rPr>
              <a:t>variables = </a:t>
            </a:r>
            <a:r>
              <a:rPr lang="en-US">
                <a:solidFill>
                  <a:srgbClr val="FFFF99"/>
                </a:solidFill>
                <a:latin typeface="Cascadia Code" panose="020B0609020000020004" pitchFamily="49" charset="0"/>
                <a:cs typeface="Cascadia Code" panose="020B0609020000020004" pitchFamily="49" charset="0"/>
              </a:rPr>
              <a:t>'</a:t>
            </a:r>
            <a:r>
              <a:rPr lang="en-US" err="1">
                <a:solidFill>
                  <a:srgbClr val="FFFF99"/>
                </a:solidFill>
                <a:latin typeface="Cascadia Code" panose="020B0609020000020004" pitchFamily="49" charset="0"/>
                <a:cs typeface="Cascadia Code" panose="020B0609020000020004" pitchFamily="49" charset="0"/>
              </a:rPr>
              <a:t>x_age</a:t>
            </a:r>
            <a:r>
              <a:rPr lang="en-US">
                <a:solidFill>
                  <a:srgbClr val="FFFF99"/>
                </a:solidFill>
                <a:latin typeface="Cascadia Code" panose="020B0609020000020004" pitchFamily="49" charset="0"/>
                <a:cs typeface="Cascadia Code" panose="020B0609020000020004" pitchFamily="49" charset="0"/>
              </a:rPr>
              <a:t>'</a:t>
            </a:r>
            <a:r>
              <a:rPr lang="en-US">
                <a:solidFill>
                  <a:schemeClr val="bg1"/>
                </a:solidFill>
                <a:latin typeface="Cascadia Code" panose="020B0609020000020004" pitchFamily="49" charset="0"/>
                <a:cs typeface="Cascadia Code" panose="020B0609020000020004" pitchFamily="49" charset="0"/>
              </a:rPr>
              <a:t>,</a:t>
            </a:r>
          </a:p>
          <a:p>
            <a:pPr marL="576263" indent="-287338"/>
            <a:r>
              <a:rPr lang="en-US">
                <a:solidFill>
                  <a:schemeClr val="bg1"/>
                </a:solidFill>
                <a:latin typeface="Cascadia Code" panose="020B0609020000020004" pitchFamily="49" charset="0"/>
                <a:cs typeface="Cascadia Code" panose="020B0609020000020004" pitchFamily="49" charset="0"/>
              </a:rPr>
              <a:t>	type = </a:t>
            </a:r>
            <a:r>
              <a:rPr lang="en-US">
                <a:solidFill>
                  <a:srgbClr val="FFFF99"/>
                </a:solidFill>
                <a:latin typeface="Cascadia Code" panose="020B0609020000020004" pitchFamily="49" charset="0"/>
                <a:cs typeface="Cascadia Code" panose="020B0609020000020004" pitchFamily="49" charset="0"/>
              </a:rPr>
              <a:t>'link'</a:t>
            </a:r>
          </a:p>
          <a:p>
            <a:pPr marL="576263" indent="-287338"/>
            <a:r>
              <a:rPr lang="en-US">
                <a:solidFill>
                  <a:schemeClr val="bg1"/>
                </a:solidFill>
                <a:latin typeface="Cascadia Code" panose="020B0609020000020004" pitchFamily="49" charset="0"/>
                <a:cs typeface="Cascadia Code" panose="020B0609020000020004" pitchFamily="49" charset="0"/>
              </a:rPr>
              <a:t>)</a:t>
            </a:r>
          </a:p>
        </p:txBody>
      </p:sp>
      <p:sp>
        <p:nvSpPr>
          <p:cNvPr id="15" name="Rectangle 14">
            <a:extLst>
              <a:ext uri="{FF2B5EF4-FFF2-40B4-BE49-F238E27FC236}">
                <a16:creationId xmlns:a16="http://schemas.microsoft.com/office/drawing/2014/main" id="{EAF70D27-704C-B29B-93D7-0E8C99C8A82A}"/>
              </a:ext>
            </a:extLst>
          </p:cNvPr>
          <p:cNvSpPr/>
          <p:nvPr/>
        </p:nvSpPr>
        <p:spPr>
          <a:xfrm>
            <a:off x="838200" y="2659972"/>
            <a:ext cx="5257800" cy="2880858"/>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6263" indent="-287338"/>
            <a:r>
              <a:rPr lang="en-US" err="1">
                <a:solidFill>
                  <a:srgbClr val="A5CB83"/>
                </a:solidFill>
                <a:latin typeface="Cascadia Code" panose="020B0609020000020004" pitchFamily="49" charset="0"/>
                <a:cs typeface="Cascadia Code" panose="020B0609020000020004" pitchFamily="49" charset="0"/>
              </a:rPr>
              <a:t>emtrends</a:t>
            </a:r>
            <a:r>
              <a:rPr lang="en-US">
                <a:solidFill>
                  <a:schemeClr val="bg1"/>
                </a:solidFill>
                <a:latin typeface="Cascadia Code" panose="020B0609020000020004" pitchFamily="49" charset="0"/>
                <a:cs typeface="Cascadia Code" panose="020B0609020000020004" pitchFamily="49" charset="0"/>
              </a:rPr>
              <a:t>(  </a:t>
            </a:r>
          </a:p>
          <a:p>
            <a:pPr marL="576263" indent="-287338"/>
            <a:r>
              <a:rPr lang="en-US">
                <a:solidFill>
                  <a:schemeClr val="bg1"/>
                </a:solidFill>
                <a:latin typeface="Cascadia Code" panose="020B0609020000020004" pitchFamily="49" charset="0"/>
                <a:cs typeface="Cascadia Code" panose="020B0609020000020004" pitchFamily="49" charset="0"/>
              </a:rPr>
              <a:t>	</a:t>
            </a:r>
            <a:r>
              <a:rPr lang="en-US" err="1">
                <a:solidFill>
                  <a:schemeClr val="bg1"/>
                </a:solidFill>
                <a:latin typeface="Cascadia Code" panose="020B0609020000020004" pitchFamily="49" charset="0"/>
                <a:cs typeface="Cascadia Code" panose="020B0609020000020004" pitchFamily="49" charset="0"/>
              </a:rPr>
              <a:t>glmer_model</a:t>
            </a:r>
            <a:r>
              <a:rPr lang="en-US">
                <a:solidFill>
                  <a:schemeClr val="bg1"/>
                </a:solidFill>
                <a:latin typeface="Cascadia Code" panose="020B0609020000020004" pitchFamily="49" charset="0"/>
                <a:cs typeface="Cascadia Code" panose="020B0609020000020004" pitchFamily="49" charset="0"/>
              </a:rPr>
              <a:t>,   </a:t>
            </a:r>
          </a:p>
          <a:p>
            <a:pPr marL="576263" indent="-287338"/>
            <a:r>
              <a:rPr lang="en-US">
                <a:solidFill>
                  <a:schemeClr val="bg1"/>
                </a:solidFill>
                <a:latin typeface="Cascadia Code" panose="020B0609020000020004" pitchFamily="49" charset="0"/>
                <a:cs typeface="Cascadia Code" panose="020B0609020000020004" pitchFamily="49" charset="0"/>
              </a:rPr>
              <a:t>	~ </a:t>
            </a:r>
            <a:r>
              <a:rPr lang="en-US" err="1">
                <a:solidFill>
                  <a:schemeClr val="bg1"/>
                </a:solidFill>
                <a:latin typeface="Cascadia Code" panose="020B0609020000020004" pitchFamily="49" charset="0"/>
                <a:cs typeface="Cascadia Code" panose="020B0609020000020004" pitchFamily="49" charset="0"/>
              </a:rPr>
              <a:t>x_age</a:t>
            </a:r>
            <a:r>
              <a:rPr lang="en-US">
                <a:solidFill>
                  <a:schemeClr val="bg1"/>
                </a:solidFill>
                <a:latin typeface="Cascadia Code" panose="020B0609020000020004" pitchFamily="49" charset="0"/>
                <a:cs typeface="Cascadia Code" panose="020B0609020000020004" pitchFamily="49" charset="0"/>
              </a:rPr>
              <a:t> * condition * </a:t>
            </a:r>
            <a:r>
              <a:rPr lang="en-US" err="1">
                <a:solidFill>
                  <a:schemeClr val="bg1"/>
                </a:solidFill>
                <a:latin typeface="Cascadia Code" panose="020B0609020000020004" pitchFamily="49" charset="0"/>
                <a:cs typeface="Cascadia Code" panose="020B0609020000020004" pitchFamily="49" charset="0"/>
              </a:rPr>
              <a:t>x_trial</a:t>
            </a:r>
            <a:r>
              <a:rPr lang="en-US">
                <a:solidFill>
                  <a:schemeClr val="bg1"/>
                </a:solidFill>
                <a:latin typeface="Cascadia Code" panose="020B0609020000020004" pitchFamily="49" charset="0"/>
                <a:cs typeface="Cascadia Code" panose="020B0609020000020004" pitchFamily="49" charset="0"/>
              </a:rPr>
              <a:t>,  var = </a:t>
            </a:r>
            <a:r>
              <a:rPr lang="en-US">
                <a:solidFill>
                  <a:srgbClr val="FFFF99"/>
                </a:solidFill>
                <a:latin typeface="Cascadia Code" panose="020B0609020000020004" pitchFamily="49" charset="0"/>
                <a:cs typeface="Cascadia Code" panose="020B0609020000020004" pitchFamily="49" charset="0"/>
              </a:rPr>
              <a:t>'</a:t>
            </a:r>
            <a:r>
              <a:rPr lang="en-US" err="1">
                <a:solidFill>
                  <a:srgbClr val="FFFF99"/>
                </a:solidFill>
                <a:latin typeface="Cascadia Code" panose="020B0609020000020004" pitchFamily="49" charset="0"/>
                <a:cs typeface="Cascadia Code" panose="020B0609020000020004" pitchFamily="49" charset="0"/>
              </a:rPr>
              <a:t>x_age</a:t>
            </a:r>
            <a:r>
              <a:rPr lang="en-US">
                <a:solidFill>
                  <a:srgbClr val="FFFF99"/>
                </a:solidFill>
                <a:latin typeface="Cascadia Code" panose="020B0609020000020004" pitchFamily="49" charset="0"/>
                <a:cs typeface="Cascadia Code" panose="020B0609020000020004" pitchFamily="49" charset="0"/>
              </a:rPr>
              <a:t>'</a:t>
            </a:r>
            <a:r>
              <a:rPr lang="en-US">
                <a:solidFill>
                  <a:schemeClr val="bg1"/>
                </a:solidFill>
                <a:latin typeface="Cascadia Code" panose="020B0609020000020004" pitchFamily="49" charset="0"/>
                <a:cs typeface="Cascadia Code" panose="020B0609020000020004" pitchFamily="49" charset="0"/>
              </a:rPr>
              <a:t>,  </a:t>
            </a:r>
          </a:p>
          <a:p>
            <a:pPr marL="576263" indent="-287338"/>
            <a:r>
              <a:rPr lang="en-US">
                <a:solidFill>
                  <a:schemeClr val="bg1"/>
                </a:solidFill>
                <a:latin typeface="Cascadia Code" panose="020B0609020000020004" pitchFamily="49" charset="0"/>
                <a:cs typeface="Cascadia Code" panose="020B0609020000020004" pitchFamily="49" charset="0"/>
              </a:rPr>
              <a:t>	by = </a:t>
            </a:r>
            <a:r>
              <a:rPr lang="en-US">
                <a:solidFill>
                  <a:srgbClr val="FFFF99"/>
                </a:solidFill>
                <a:latin typeface="Cascadia Code" panose="020B0609020000020004" pitchFamily="49" charset="0"/>
                <a:cs typeface="Cascadia Code" panose="020B0609020000020004" pitchFamily="49" charset="0"/>
              </a:rPr>
              <a:t>'condition’</a:t>
            </a:r>
            <a:endParaRPr lang="en-US">
              <a:solidFill>
                <a:schemeClr val="bg1"/>
              </a:solidFill>
              <a:latin typeface="Cascadia Code" panose="020B0609020000020004" pitchFamily="49" charset="0"/>
              <a:cs typeface="Cascadia Code" panose="020B0609020000020004" pitchFamily="49" charset="0"/>
            </a:endParaRPr>
          </a:p>
          <a:p>
            <a:pPr marL="576263" indent="-287338"/>
            <a:r>
              <a:rPr lang="en-US">
                <a:solidFill>
                  <a:schemeClr val="bg1"/>
                </a:solidFill>
                <a:latin typeface="Cascadia Code" panose="020B0609020000020004" pitchFamily="49" charset="0"/>
                <a:cs typeface="Cascadia Code" panose="020B0609020000020004" pitchFamily="49" charset="0"/>
              </a:rPr>
              <a:t>)</a:t>
            </a:r>
          </a:p>
        </p:txBody>
      </p:sp>
      <p:sp>
        <p:nvSpPr>
          <p:cNvPr id="17" name="Rectangle 16">
            <a:extLst>
              <a:ext uri="{FF2B5EF4-FFF2-40B4-BE49-F238E27FC236}">
                <a16:creationId xmlns:a16="http://schemas.microsoft.com/office/drawing/2014/main" id="{0C5C1776-CE3C-0CEA-D2AC-F4B51D475083}"/>
              </a:ext>
            </a:extLst>
          </p:cNvPr>
          <p:cNvSpPr/>
          <p:nvPr/>
        </p:nvSpPr>
        <p:spPr>
          <a:xfrm>
            <a:off x="838200" y="2252467"/>
            <a:ext cx="1676400"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a:t>
            </a:r>
            <a:r>
              <a:rPr lang="en-US" b="1" err="1">
                <a:latin typeface="Raleway" pitchFamily="2" charset="0"/>
                <a:ea typeface="Noto Sans" panose="020B0502040504020204" pitchFamily="34" charset="0"/>
                <a:cs typeface="Noto Sans" panose="020B0502040504020204" pitchFamily="34" charset="0"/>
              </a:rPr>
              <a:t>emmeans</a:t>
            </a:r>
            <a:endParaRPr lang="en-US" b="1">
              <a:latin typeface="Raleway" pitchFamily="2" charset="0"/>
              <a:ea typeface="Noto Sans" panose="020B0502040504020204" pitchFamily="34" charset="0"/>
              <a:cs typeface="Noto Sans" panose="020B0502040504020204" pitchFamily="34" charset="0"/>
            </a:endParaRPr>
          </a:p>
        </p:txBody>
      </p:sp>
      <p:sp>
        <p:nvSpPr>
          <p:cNvPr id="20" name="Rectangle 19">
            <a:extLst>
              <a:ext uri="{FF2B5EF4-FFF2-40B4-BE49-F238E27FC236}">
                <a16:creationId xmlns:a16="http://schemas.microsoft.com/office/drawing/2014/main" id="{57AC1110-FE03-7EC9-22A8-35CC23D0D77E}"/>
              </a:ext>
            </a:extLst>
          </p:cNvPr>
          <p:cNvSpPr/>
          <p:nvPr/>
        </p:nvSpPr>
        <p:spPr>
          <a:xfrm>
            <a:off x="6095999" y="2252467"/>
            <a:ext cx="2318657" cy="407505"/>
          </a:xfrm>
          <a:prstGeom prst="rect">
            <a:avLst/>
          </a:prstGeom>
          <a:solidFill>
            <a:srgbClr val="814F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a:t>
            </a:r>
            <a:r>
              <a:rPr lang="en-US" b="1" err="1">
                <a:latin typeface="Raleway" pitchFamily="2" charset="0"/>
                <a:ea typeface="Noto Sans" panose="020B0502040504020204" pitchFamily="34" charset="0"/>
                <a:cs typeface="Noto Sans" panose="020B0502040504020204" pitchFamily="34" charset="0"/>
              </a:rPr>
              <a:t>marginaleffects</a:t>
            </a:r>
            <a:endParaRPr lang="en-US" b="1">
              <a:latin typeface="Raleway" pitchFamily="2" charset="0"/>
              <a:ea typeface="Noto Sans" panose="020B0502040504020204" pitchFamily="34" charset="0"/>
              <a:cs typeface="Noto Sans" panose="020B0502040504020204" pitchFamily="34" charset="0"/>
            </a:endParaRPr>
          </a:p>
        </p:txBody>
      </p:sp>
      <p:grpSp>
        <p:nvGrpSpPr>
          <p:cNvPr id="8" name="Group 7">
            <a:extLst>
              <a:ext uri="{FF2B5EF4-FFF2-40B4-BE49-F238E27FC236}">
                <a16:creationId xmlns:a16="http://schemas.microsoft.com/office/drawing/2014/main" id="{FD476D8D-FB11-3519-4109-F67D9901C69A}"/>
              </a:ext>
            </a:extLst>
          </p:cNvPr>
          <p:cNvGrpSpPr/>
          <p:nvPr/>
        </p:nvGrpSpPr>
        <p:grpSpPr>
          <a:xfrm>
            <a:off x="828502" y="2227469"/>
            <a:ext cx="10515600" cy="3281334"/>
            <a:chOff x="838200" y="2259496"/>
            <a:chExt cx="10515600" cy="3281334"/>
          </a:xfrm>
        </p:grpSpPr>
        <p:sp>
          <p:nvSpPr>
            <p:cNvPr id="12" name="Rectangle 11">
              <a:extLst>
                <a:ext uri="{FF2B5EF4-FFF2-40B4-BE49-F238E27FC236}">
                  <a16:creationId xmlns:a16="http://schemas.microsoft.com/office/drawing/2014/main" id="{8FC8AE71-9D7E-5056-A510-CD73A7816185}"/>
                </a:ext>
              </a:extLst>
            </p:cNvPr>
            <p:cNvSpPr/>
            <p:nvPr/>
          </p:nvSpPr>
          <p:spPr>
            <a:xfrm>
              <a:off x="838200" y="2659971"/>
              <a:ext cx="10515600" cy="288085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r>
                <a:rPr lang="en-US">
                  <a:latin typeface="Cascadia Code" panose="020B0609020000020004" pitchFamily="49" charset="0"/>
                  <a:cs typeface="Cascadia Code" panose="020B0609020000020004" pitchFamily="49" charset="0"/>
                </a:rPr>
                <a:t>condition = fear:</a:t>
              </a:r>
            </a:p>
            <a:p>
              <a:pPr marL="914400" indent="-625475" algn="r"/>
              <a:r>
                <a:rPr lang="en-US">
                  <a:latin typeface="Cascadia Code" panose="020B0609020000020004" pitchFamily="49" charset="0"/>
                  <a:cs typeface="Cascadia Code" panose="020B0609020000020004" pitchFamily="49" charset="0"/>
                </a:rPr>
                <a:t>     x_age </a:t>
              </a:r>
              <a:r>
                <a:rPr lang="en-US" err="1">
                  <a:latin typeface="Cascadia Code" panose="020B0609020000020004" pitchFamily="49" charset="0"/>
                  <a:cs typeface="Cascadia Code" panose="020B0609020000020004" pitchFamily="49" charset="0"/>
                </a:rPr>
                <a:t>x_trial</a:t>
              </a:r>
              <a:r>
                <a:rPr lang="en-US">
                  <a:latin typeface="Cascadia Code" panose="020B0609020000020004" pitchFamily="49" charset="0"/>
                  <a:cs typeface="Cascadia Code" panose="020B0609020000020004" pitchFamily="49" charset="0"/>
                </a:rPr>
                <a:t> </a:t>
              </a:r>
              <a:r>
                <a:rPr lang="en-US" err="1">
                  <a:latin typeface="Cascadia Code" panose="020B0609020000020004" pitchFamily="49" charset="0"/>
                  <a:cs typeface="Cascadia Code" panose="020B0609020000020004" pitchFamily="49" charset="0"/>
                </a:rPr>
                <a:t>x_age.trend</a:t>
              </a:r>
              <a:r>
                <a:rPr lang="en-US">
                  <a:latin typeface="Cascadia Code" panose="020B0609020000020004" pitchFamily="49" charset="0"/>
                  <a:cs typeface="Cascadia Code" panose="020B0609020000020004" pitchFamily="49" charset="0"/>
                </a:rPr>
                <a:t>     SE  </a:t>
              </a:r>
              <a:r>
                <a:rPr lang="en-US" err="1">
                  <a:latin typeface="Cascadia Code" panose="020B0609020000020004" pitchFamily="49" charset="0"/>
                  <a:cs typeface="Cascadia Code" panose="020B0609020000020004" pitchFamily="49" charset="0"/>
                </a:rPr>
                <a:t>df</a:t>
              </a:r>
              <a:r>
                <a:rPr lang="en-US">
                  <a:latin typeface="Cascadia Code" panose="020B0609020000020004" pitchFamily="49" charset="0"/>
                  <a:cs typeface="Cascadia Code" panose="020B0609020000020004" pitchFamily="49" charset="0"/>
                </a:rPr>
                <a:t> </a:t>
              </a:r>
              <a:r>
                <a:rPr lang="en-US" err="1">
                  <a:latin typeface="Cascadia Code" panose="020B0609020000020004" pitchFamily="49" charset="0"/>
                  <a:cs typeface="Cascadia Code" panose="020B0609020000020004" pitchFamily="49" charset="0"/>
                </a:rPr>
                <a:t>asymp.LCL</a:t>
              </a:r>
              <a:r>
                <a:rPr lang="en-US">
                  <a:latin typeface="Cascadia Code" panose="020B0609020000020004" pitchFamily="49" charset="0"/>
                  <a:cs typeface="Cascadia Code" panose="020B0609020000020004" pitchFamily="49" charset="0"/>
                </a:rPr>
                <a:t> </a:t>
              </a:r>
              <a:r>
                <a:rPr lang="en-US" err="1">
                  <a:latin typeface="Cascadia Code" panose="020B0609020000020004" pitchFamily="49" charset="0"/>
                  <a:cs typeface="Cascadia Code" panose="020B0609020000020004" pitchFamily="49" charset="0"/>
                </a:rPr>
                <a:t>asymp.UCL</a:t>
              </a:r>
              <a:endParaRPr lang="en-US">
                <a:latin typeface="Cascadia Code" panose="020B0609020000020004" pitchFamily="49" charset="0"/>
                <a:cs typeface="Cascadia Code" panose="020B0609020000020004" pitchFamily="49" charset="0"/>
              </a:endParaRPr>
            </a:p>
            <a:p>
              <a:pPr marL="914400" indent="-625475" algn="r"/>
              <a:r>
                <a:rPr lang="en-US">
                  <a:latin typeface="Cascadia Code" panose="020B0609020000020004" pitchFamily="49" charset="0"/>
                  <a:cs typeface="Cascadia Code" panose="020B0609020000020004" pitchFamily="49" charset="0"/>
                </a:rPr>
                <a:t> -2.02e-16       0      -0.653 0.0743 Inf    -0.798    -0.507</a:t>
              </a:r>
            </a:p>
            <a:p>
              <a:pPr marL="914400" indent="-625475" algn="r"/>
              <a:endParaRPr lang="en-US">
                <a:latin typeface="Cascadia Code" panose="020B0609020000020004" pitchFamily="49" charset="0"/>
                <a:cs typeface="Cascadia Code" panose="020B0609020000020004" pitchFamily="49" charset="0"/>
              </a:endParaRPr>
            </a:p>
            <a:p>
              <a:pPr marL="914400" indent="-625475" algn="r"/>
              <a:r>
                <a:rPr lang="en-US">
                  <a:latin typeface="Cascadia Code" panose="020B0609020000020004" pitchFamily="49" charset="0"/>
                  <a:cs typeface="Cascadia Code" panose="020B0609020000020004" pitchFamily="49" charset="0"/>
                </a:rPr>
                <a:t>condition = neutral:</a:t>
              </a:r>
            </a:p>
            <a:p>
              <a:pPr marL="914400" indent="-625475" algn="r"/>
              <a:r>
                <a:rPr lang="en-US">
                  <a:latin typeface="Cascadia Code" panose="020B0609020000020004" pitchFamily="49" charset="0"/>
                  <a:cs typeface="Cascadia Code" panose="020B0609020000020004" pitchFamily="49" charset="0"/>
                </a:rPr>
                <a:t>     x_age </a:t>
              </a:r>
              <a:r>
                <a:rPr lang="en-US" err="1">
                  <a:latin typeface="Cascadia Code" panose="020B0609020000020004" pitchFamily="49" charset="0"/>
                  <a:cs typeface="Cascadia Code" panose="020B0609020000020004" pitchFamily="49" charset="0"/>
                </a:rPr>
                <a:t>x_trial</a:t>
              </a:r>
              <a:r>
                <a:rPr lang="en-US">
                  <a:latin typeface="Cascadia Code" panose="020B0609020000020004" pitchFamily="49" charset="0"/>
                  <a:cs typeface="Cascadia Code" panose="020B0609020000020004" pitchFamily="49" charset="0"/>
                </a:rPr>
                <a:t> </a:t>
              </a:r>
              <a:r>
                <a:rPr lang="en-US" err="1">
                  <a:latin typeface="Cascadia Code" panose="020B0609020000020004" pitchFamily="49" charset="0"/>
                  <a:cs typeface="Cascadia Code" panose="020B0609020000020004" pitchFamily="49" charset="0"/>
                </a:rPr>
                <a:t>x_age.trend</a:t>
              </a:r>
              <a:r>
                <a:rPr lang="en-US">
                  <a:latin typeface="Cascadia Code" panose="020B0609020000020004" pitchFamily="49" charset="0"/>
                  <a:cs typeface="Cascadia Code" panose="020B0609020000020004" pitchFamily="49" charset="0"/>
                </a:rPr>
                <a:t>     SE  </a:t>
              </a:r>
              <a:r>
                <a:rPr lang="en-US" err="1">
                  <a:latin typeface="Cascadia Code" panose="020B0609020000020004" pitchFamily="49" charset="0"/>
                  <a:cs typeface="Cascadia Code" panose="020B0609020000020004" pitchFamily="49" charset="0"/>
                </a:rPr>
                <a:t>df</a:t>
              </a:r>
              <a:r>
                <a:rPr lang="en-US">
                  <a:latin typeface="Cascadia Code" panose="020B0609020000020004" pitchFamily="49" charset="0"/>
                  <a:cs typeface="Cascadia Code" panose="020B0609020000020004" pitchFamily="49" charset="0"/>
                </a:rPr>
                <a:t> </a:t>
              </a:r>
              <a:r>
                <a:rPr lang="en-US" err="1">
                  <a:latin typeface="Cascadia Code" panose="020B0609020000020004" pitchFamily="49" charset="0"/>
                  <a:cs typeface="Cascadia Code" panose="020B0609020000020004" pitchFamily="49" charset="0"/>
                </a:rPr>
                <a:t>asymp.LCL</a:t>
              </a:r>
              <a:r>
                <a:rPr lang="en-US">
                  <a:latin typeface="Cascadia Code" panose="020B0609020000020004" pitchFamily="49" charset="0"/>
                  <a:cs typeface="Cascadia Code" panose="020B0609020000020004" pitchFamily="49" charset="0"/>
                </a:rPr>
                <a:t> </a:t>
              </a:r>
              <a:r>
                <a:rPr lang="en-US" err="1">
                  <a:latin typeface="Cascadia Code" panose="020B0609020000020004" pitchFamily="49" charset="0"/>
                  <a:cs typeface="Cascadia Code" panose="020B0609020000020004" pitchFamily="49" charset="0"/>
                </a:rPr>
                <a:t>asymp.UCL</a:t>
              </a:r>
              <a:endParaRPr lang="en-US">
                <a:latin typeface="Cascadia Code" panose="020B0609020000020004" pitchFamily="49" charset="0"/>
                <a:cs typeface="Cascadia Code" panose="020B0609020000020004" pitchFamily="49" charset="0"/>
              </a:endParaRPr>
            </a:p>
            <a:p>
              <a:pPr marL="914400" indent="-625475" algn="r"/>
              <a:r>
                <a:rPr lang="en-US">
                  <a:latin typeface="Cascadia Code" panose="020B0609020000020004" pitchFamily="49" charset="0"/>
                  <a:cs typeface="Cascadia Code" panose="020B0609020000020004" pitchFamily="49" charset="0"/>
                </a:rPr>
                <a:t> -2.02e-16       0      -1.039 0.0612 Inf    -1.159    -0.919</a:t>
              </a:r>
            </a:p>
          </p:txBody>
        </p:sp>
        <p:sp>
          <p:nvSpPr>
            <p:cNvPr id="14" name="Rectangle 13">
              <a:extLst>
                <a:ext uri="{FF2B5EF4-FFF2-40B4-BE49-F238E27FC236}">
                  <a16:creationId xmlns:a16="http://schemas.microsoft.com/office/drawing/2014/main" id="{F8275464-F3CD-20A8-704D-DB4E9AAF111B}"/>
                </a:ext>
              </a:extLst>
            </p:cNvPr>
            <p:cNvSpPr/>
            <p:nvPr/>
          </p:nvSpPr>
          <p:spPr>
            <a:xfrm>
              <a:off x="9985513" y="2259496"/>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output</a:t>
              </a:r>
            </a:p>
          </p:txBody>
        </p:sp>
      </p:grpSp>
      <p:grpSp>
        <p:nvGrpSpPr>
          <p:cNvPr id="9" name="Group 8">
            <a:extLst>
              <a:ext uri="{FF2B5EF4-FFF2-40B4-BE49-F238E27FC236}">
                <a16:creationId xmlns:a16="http://schemas.microsoft.com/office/drawing/2014/main" id="{FC1D85B5-BD5A-5970-360B-7B7698A164E9}"/>
              </a:ext>
            </a:extLst>
          </p:cNvPr>
          <p:cNvGrpSpPr/>
          <p:nvPr/>
        </p:nvGrpSpPr>
        <p:grpSpPr>
          <a:xfrm>
            <a:off x="839388" y="2227469"/>
            <a:ext cx="10515600" cy="3281334"/>
            <a:chOff x="838200" y="2259496"/>
            <a:chExt cx="10515600" cy="3281334"/>
          </a:xfrm>
        </p:grpSpPr>
        <p:sp>
          <p:nvSpPr>
            <p:cNvPr id="10" name="Rectangle 9">
              <a:extLst>
                <a:ext uri="{FF2B5EF4-FFF2-40B4-BE49-F238E27FC236}">
                  <a16:creationId xmlns:a16="http://schemas.microsoft.com/office/drawing/2014/main" id="{2B6C511D-16DB-FAEC-7E6A-BE06DCAAA4C7}"/>
                </a:ext>
              </a:extLst>
            </p:cNvPr>
            <p:cNvSpPr/>
            <p:nvPr/>
          </p:nvSpPr>
          <p:spPr>
            <a:xfrm>
              <a:off x="838200" y="2659972"/>
              <a:ext cx="10515600" cy="2880858"/>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endParaRPr lang="en-US">
                <a:latin typeface="Cascadia Code" panose="020B0609020000020004" pitchFamily="49" charset="0"/>
                <a:cs typeface="Cascadia Code" panose="020B0609020000020004" pitchFamily="49" charset="0"/>
              </a:endParaRPr>
            </a:p>
            <a:p>
              <a:pPr marL="914400" indent="-625475" algn="r"/>
              <a:r>
                <a:rPr lang="en-US">
                  <a:latin typeface="Cascadia Code" panose="020B0609020000020004" pitchFamily="49" charset="0"/>
                  <a:cs typeface="Cascadia Code" panose="020B0609020000020004" pitchFamily="49" charset="0"/>
                </a:rPr>
                <a:t> condition Estimate Std. Error      z </a:t>
              </a:r>
              <a:r>
                <a:rPr lang="en-US" err="1">
                  <a:latin typeface="Cascadia Code" panose="020B0609020000020004" pitchFamily="49" charset="0"/>
                  <a:cs typeface="Cascadia Code" panose="020B0609020000020004" pitchFamily="49" charset="0"/>
                </a:rPr>
                <a:t>Pr</a:t>
              </a:r>
              <a:r>
                <a:rPr lang="en-US">
                  <a:latin typeface="Cascadia Code" panose="020B0609020000020004" pitchFamily="49" charset="0"/>
                  <a:cs typeface="Cascadia Code" panose="020B0609020000020004" pitchFamily="49" charset="0"/>
                </a:rPr>
                <a:t>(&gt;|z|)     S  2.5 % 97.5 %</a:t>
              </a:r>
            </a:p>
            <a:p>
              <a:pPr marL="914400" indent="-625475" algn="r"/>
              <a:r>
                <a:rPr lang="en-US">
                  <a:latin typeface="Cascadia Code" panose="020B0609020000020004" pitchFamily="49" charset="0"/>
                  <a:cs typeface="Cascadia Code" panose="020B0609020000020004" pitchFamily="49" charset="0"/>
                </a:rPr>
                <a:t>   fear      -0.653     0.0743  -8.78   &lt;0.001  59.1 -0.798 -0.507</a:t>
              </a:r>
            </a:p>
            <a:p>
              <a:pPr marL="914400" indent="-625475" algn="r"/>
              <a:r>
                <a:rPr lang="en-US">
                  <a:latin typeface="Cascadia Code" panose="020B0609020000020004" pitchFamily="49" charset="0"/>
                  <a:cs typeface="Cascadia Code" panose="020B0609020000020004" pitchFamily="49" charset="0"/>
                </a:rPr>
                <a:t>   neutral   -1.039     0.0612 -16.99   &lt;0.001 212.6 -1.159 -0.919 </a:t>
              </a:r>
            </a:p>
          </p:txBody>
        </p:sp>
        <p:sp>
          <p:nvSpPr>
            <p:cNvPr id="18" name="Rectangle 17">
              <a:extLst>
                <a:ext uri="{FF2B5EF4-FFF2-40B4-BE49-F238E27FC236}">
                  <a16:creationId xmlns:a16="http://schemas.microsoft.com/office/drawing/2014/main" id="{102E43CA-CA91-9469-3E15-7E4627D30BBA}"/>
                </a:ext>
              </a:extLst>
            </p:cNvPr>
            <p:cNvSpPr/>
            <p:nvPr/>
          </p:nvSpPr>
          <p:spPr>
            <a:xfrm>
              <a:off x="9985513" y="2259496"/>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output</a:t>
              </a:r>
            </a:p>
          </p:txBody>
        </p:sp>
      </p:grpSp>
    </p:spTree>
    <p:extLst>
      <p:ext uri="{BB962C8B-B14F-4D97-AF65-F5344CB8AC3E}">
        <p14:creationId xmlns:p14="http://schemas.microsoft.com/office/powerpoint/2010/main" val="3880698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3A9D1-EAE8-937E-D52C-C6F239DBCA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394103-9755-295D-C7B9-923FF1C7B069}"/>
              </a:ext>
            </a:extLst>
          </p:cNvPr>
          <p:cNvSpPr>
            <a:spLocks noGrp="1"/>
          </p:cNvSpPr>
          <p:nvPr>
            <p:ph idx="1"/>
          </p:nvPr>
        </p:nvSpPr>
        <p:spPr/>
        <p:txBody>
          <a:bodyPr/>
          <a:lstStyle/>
          <a:p>
            <a:r>
              <a:rPr lang="en-US" dirty="0"/>
              <a:t>Visualization, use predictions</a:t>
            </a:r>
          </a:p>
        </p:txBody>
      </p:sp>
      <p:sp>
        <p:nvSpPr>
          <p:cNvPr id="3" name="Title 2">
            <a:extLst>
              <a:ext uri="{FF2B5EF4-FFF2-40B4-BE49-F238E27FC236}">
                <a16:creationId xmlns:a16="http://schemas.microsoft.com/office/drawing/2014/main" id="{E530AC4B-A87E-9B34-61F4-6D6E095CA53A}"/>
              </a:ext>
            </a:extLst>
          </p:cNvPr>
          <p:cNvSpPr>
            <a:spLocks noGrp="1"/>
          </p:cNvSpPr>
          <p:nvPr>
            <p:ph type="ctrTitle"/>
          </p:nvPr>
        </p:nvSpPr>
        <p:spPr/>
        <p:txBody>
          <a:bodyPr/>
          <a:lstStyle/>
          <a:p>
            <a:r>
              <a:rPr lang="en-US" dirty="0"/>
              <a:t>Interactions</a:t>
            </a:r>
          </a:p>
        </p:txBody>
      </p:sp>
      <p:sp>
        <p:nvSpPr>
          <p:cNvPr id="4" name="Date Placeholder 3">
            <a:extLst>
              <a:ext uri="{FF2B5EF4-FFF2-40B4-BE49-F238E27FC236}">
                <a16:creationId xmlns:a16="http://schemas.microsoft.com/office/drawing/2014/main" id="{DBDAEE7F-54A7-EE66-18D2-F061122815EA}"/>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8" name="Rectangle 7">
            <a:extLst>
              <a:ext uri="{FF2B5EF4-FFF2-40B4-BE49-F238E27FC236}">
                <a16:creationId xmlns:a16="http://schemas.microsoft.com/office/drawing/2014/main" id="{3C559711-3A92-F6D3-0E70-20A0381EBBE3}"/>
              </a:ext>
            </a:extLst>
          </p:cNvPr>
          <p:cNvSpPr/>
          <p:nvPr/>
        </p:nvSpPr>
        <p:spPr>
          <a:xfrm>
            <a:off x="838201" y="2659972"/>
            <a:ext cx="4822370" cy="3599314"/>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6263" indent="-287338"/>
            <a:r>
              <a:rPr lang="en-US" dirty="0">
                <a:solidFill>
                  <a:schemeClr val="bg1"/>
                </a:solidFill>
                <a:latin typeface="Cascadia Code" panose="020B0609020000020004" pitchFamily="49" charset="0"/>
                <a:cs typeface="Cascadia Code" panose="020B0609020000020004" pitchFamily="49" charset="0"/>
              </a:rPr>
              <a:t>preds &lt;- </a:t>
            </a:r>
            <a:r>
              <a:rPr lang="en-US" dirty="0">
                <a:solidFill>
                  <a:srgbClr val="A5CB83"/>
                </a:solidFill>
                <a:latin typeface="Cascadia Code" panose="020B0609020000020004" pitchFamily="49" charset="0"/>
                <a:cs typeface="Cascadia Code" panose="020B0609020000020004" pitchFamily="49" charset="0"/>
              </a:rPr>
              <a:t>predictions</a:t>
            </a:r>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glmer_model</a:t>
            </a:r>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by = </a:t>
            </a:r>
            <a:r>
              <a:rPr lang="en-US" dirty="0">
                <a:solidFill>
                  <a:srgbClr val="A5CB83"/>
                </a:solidFill>
                <a:latin typeface="Cascadia Code" panose="020B0609020000020004" pitchFamily="49" charset="0"/>
                <a:cs typeface="Cascadia Code" panose="020B0609020000020004" pitchFamily="49" charset="0"/>
              </a:rPr>
              <a:t>c</a:t>
            </a:r>
            <a:r>
              <a:rPr lang="en-US" dirty="0">
                <a:solidFill>
                  <a:schemeClr val="bg1"/>
                </a:solidFill>
                <a:latin typeface="Cascadia Code" panose="020B0609020000020004" pitchFamily="49" charset="0"/>
                <a:cs typeface="Cascadia Code" panose="020B0609020000020004" pitchFamily="49" charset="0"/>
              </a:rPr>
              <a:t>(</a:t>
            </a:r>
            <a:r>
              <a:rPr lang="en-US" dirty="0">
                <a:solidFill>
                  <a:srgbClr val="FFFF99"/>
                </a:solidFill>
                <a:latin typeface="Cascadia Code" panose="020B0609020000020004" pitchFamily="49" charset="0"/>
                <a:cs typeface="Cascadia Code" panose="020B0609020000020004" pitchFamily="49" charset="0"/>
              </a:rPr>
              <a:t>'condition'</a:t>
            </a:r>
            <a:r>
              <a:rPr lang="en-US" dirty="0">
                <a:solidFill>
                  <a:schemeClr val="bg1"/>
                </a:solidFill>
                <a:latin typeface="Cascadia Code" panose="020B0609020000020004" pitchFamily="49" charset="0"/>
                <a:cs typeface="Cascadia Code" panose="020B0609020000020004" pitchFamily="49" charset="0"/>
              </a:rPr>
              <a:t>, </a:t>
            </a:r>
            <a:r>
              <a:rPr lang="en-US" dirty="0">
                <a:solidFill>
                  <a:srgbClr val="FFFF99"/>
                </a:solidFill>
                <a:latin typeface="Cascadia Code" panose="020B0609020000020004" pitchFamily="49" charset="0"/>
                <a:cs typeface="Cascadia Code" panose="020B0609020000020004" pitchFamily="49" charset="0"/>
              </a:rPr>
              <a:t>'</a:t>
            </a:r>
            <a:r>
              <a:rPr lang="en-US" dirty="0" err="1">
                <a:solidFill>
                  <a:srgbClr val="FFFF99"/>
                </a:solidFill>
                <a:latin typeface="Cascadia Code" panose="020B0609020000020004" pitchFamily="49" charset="0"/>
                <a:cs typeface="Cascadia Code" panose="020B0609020000020004" pitchFamily="49" charset="0"/>
              </a:rPr>
              <a:t>x_age</a:t>
            </a:r>
            <a:r>
              <a:rPr lang="en-US" dirty="0">
                <a:solidFill>
                  <a:srgbClr val="FFFF99"/>
                </a:solidFill>
                <a:latin typeface="Cascadia Code" panose="020B0609020000020004" pitchFamily="49" charset="0"/>
                <a:cs typeface="Cascadia Code" panose="020B0609020000020004" pitchFamily="49" charset="0"/>
              </a:rPr>
              <a:t>'</a:t>
            </a:r>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newdata</a:t>
            </a:r>
            <a:r>
              <a:rPr lang="en-US" dirty="0">
                <a:solidFill>
                  <a:schemeClr val="bg1"/>
                </a:solidFill>
                <a:latin typeface="Cascadia Code" panose="020B0609020000020004" pitchFamily="49" charset="0"/>
                <a:cs typeface="Cascadia Code" panose="020B0609020000020004" pitchFamily="49" charset="0"/>
              </a:rPr>
              <a:t> = </a:t>
            </a:r>
            <a:r>
              <a:rPr lang="en-US" dirty="0" err="1">
                <a:solidFill>
                  <a:srgbClr val="A5CB83"/>
                </a:solidFill>
                <a:latin typeface="Cascadia Code" panose="020B0609020000020004" pitchFamily="49" charset="0"/>
                <a:cs typeface="Cascadia Code" panose="020B0609020000020004" pitchFamily="49" charset="0"/>
              </a:rPr>
              <a:t>datagrid</a:t>
            </a:r>
            <a:r>
              <a:rPr lang="en-US" dirty="0">
                <a:solidFill>
                  <a:schemeClr val="bg1"/>
                </a:solidFill>
                <a:latin typeface="Cascadia Code" panose="020B0609020000020004" pitchFamily="49" charset="0"/>
                <a:cs typeface="Cascadia Code" panose="020B0609020000020004" pitchFamily="49" charset="0"/>
              </a:rPr>
              <a:t>(    	condition = </a:t>
            </a:r>
            <a:r>
              <a:rPr lang="en-US" dirty="0">
                <a:solidFill>
                  <a:srgbClr val="A5CB83"/>
                </a:solidFill>
                <a:latin typeface="Cascadia Code" panose="020B0609020000020004" pitchFamily="49" charset="0"/>
                <a:cs typeface="Cascadia Code" panose="020B0609020000020004" pitchFamily="49" charset="0"/>
              </a:rPr>
              <a:t>unique</a:t>
            </a:r>
            <a:r>
              <a:rPr lang="en-US" dirty="0">
                <a:solidFill>
                  <a:schemeClr val="bg1"/>
                </a:solidFill>
                <a:latin typeface="Cascadia Code" panose="020B0609020000020004" pitchFamily="49" charset="0"/>
                <a:cs typeface="Cascadia Code" panose="020B0609020000020004" pitchFamily="49" charset="0"/>
              </a:rPr>
              <a:t>,     	x_age = </a:t>
            </a:r>
            <a:r>
              <a:rPr lang="en-US" dirty="0">
                <a:solidFill>
                  <a:srgbClr val="A5CB83"/>
                </a:solidFill>
                <a:latin typeface="Cascadia Code" panose="020B0609020000020004" pitchFamily="49" charset="0"/>
                <a:cs typeface="Cascadia Code" panose="020B0609020000020004" pitchFamily="49" charset="0"/>
              </a:rPr>
              <a:t>seq</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a:solidFill>
                  <a:srgbClr val="A5CB83"/>
                </a:solidFill>
                <a:latin typeface="Cascadia Code" panose="020B0609020000020004" pitchFamily="49" charset="0"/>
                <a:cs typeface="Cascadia Code" panose="020B0609020000020004" pitchFamily="49" charset="0"/>
              </a:rPr>
              <a:t>min</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chemeClr val="bg1"/>
                </a:solidFill>
                <a:latin typeface="Cascadia Code" panose="020B0609020000020004" pitchFamily="49" charset="0"/>
                <a:cs typeface="Cascadia Code" panose="020B0609020000020004" pitchFamily="49" charset="0"/>
              </a:rPr>
              <a:t>my_data$x_age</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a:solidFill>
                  <a:srgbClr val="A5CB83"/>
                </a:solidFill>
                <a:latin typeface="Cascadia Code" panose="020B0609020000020004" pitchFamily="49" charset="0"/>
                <a:cs typeface="Cascadia Code" panose="020B0609020000020004" pitchFamily="49" charset="0"/>
              </a:rPr>
              <a:t>max</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chemeClr val="bg1"/>
                </a:solidFill>
                <a:latin typeface="Cascadia Code" panose="020B0609020000020004" pitchFamily="49" charset="0"/>
                <a:cs typeface="Cascadia Code" panose="020B0609020000020004" pitchFamily="49" charset="0"/>
              </a:rPr>
              <a:t>my_data$x_age</a:t>
            </a:r>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length.out</a:t>
            </a:r>
            <a:r>
              <a:rPr lang="en-US" dirty="0">
                <a:solidFill>
                  <a:schemeClr val="bg1"/>
                </a:solidFill>
                <a:latin typeface="Cascadia Code" panose="020B0609020000020004" pitchFamily="49" charset="0"/>
                <a:cs typeface="Cascadia Code" panose="020B0609020000020004" pitchFamily="49" charset="0"/>
              </a:rPr>
              <a:t> = </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10</a:t>
            </a:r>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  </a:t>
            </a:r>
          </a:p>
          <a:p>
            <a:pPr marL="576263" indent="-287338"/>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a:t>
            </a:r>
          </a:p>
        </p:txBody>
      </p:sp>
      <p:sp>
        <p:nvSpPr>
          <p:cNvPr id="10" name="Rectangle 9">
            <a:extLst>
              <a:ext uri="{FF2B5EF4-FFF2-40B4-BE49-F238E27FC236}">
                <a16:creationId xmlns:a16="http://schemas.microsoft.com/office/drawing/2014/main" id="{C3A116E9-1568-4D45-2E31-02189240EE90}"/>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code</a:t>
            </a:r>
          </a:p>
        </p:txBody>
      </p:sp>
      <p:sp>
        <p:nvSpPr>
          <p:cNvPr id="12" name="Rectangle 11">
            <a:extLst>
              <a:ext uri="{FF2B5EF4-FFF2-40B4-BE49-F238E27FC236}">
                <a16:creationId xmlns:a16="http://schemas.microsoft.com/office/drawing/2014/main" id="{17291E4D-171E-FCBD-DB54-7403AE8B4479}"/>
              </a:ext>
            </a:extLst>
          </p:cNvPr>
          <p:cNvSpPr/>
          <p:nvPr/>
        </p:nvSpPr>
        <p:spPr>
          <a:xfrm>
            <a:off x="6368143" y="2113726"/>
            <a:ext cx="4985656" cy="423559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endParaRPr lang="en-US" dirty="0">
              <a:latin typeface="Cascadia Code" panose="020B0609020000020004" pitchFamily="49" charset="0"/>
              <a:cs typeface="Cascadia Code" panose="020B0609020000020004" pitchFamily="49" charset="0"/>
            </a:endParaRPr>
          </a:p>
        </p:txBody>
      </p:sp>
      <p:sp>
        <p:nvSpPr>
          <p:cNvPr id="14" name="Rectangle 13">
            <a:extLst>
              <a:ext uri="{FF2B5EF4-FFF2-40B4-BE49-F238E27FC236}">
                <a16:creationId xmlns:a16="http://schemas.microsoft.com/office/drawing/2014/main" id="{7D593B90-4313-2859-7969-9F478B7DB87B}"/>
              </a:ext>
            </a:extLst>
          </p:cNvPr>
          <p:cNvSpPr/>
          <p:nvPr/>
        </p:nvSpPr>
        <p:spPr>
          <a:xfrm>
            <a:off x="9985514" y="1713251"/>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grpSp>
        <p:nvGrpSpPr>
          <p:cNvPr id="16" name="Group 15">
            <a:extLst>
              <a:ext uri="{FF2B5EF4-FFF2-40B4-BE49-F238E27FC236}">
                <a16:creationId xmlns:a16="http://schemas.microsoft.com/office/drawing/2014/main" id="{166DD040-843A-71F4-A5AB-FB59B615C389}"/>
              </a:ext>
            </a:extLst>
          </p:cNvPr>
          <p:cNvGrpSpPr/>
          <p:nvPr/>
        </p:nvGrpSpPr>
        <p:grpSpPr>
          <a:xfrm>
            <a:off x="838199" y="2210236"/>
            <a:ext cx="10414774" cy="4139083"/>
            <a:chOff x="838199" y="2210236"/>
            <a:chExt cx="10414774" cy="4139083"/>
          </a:xfrm>
        </p:grpSpPr>
        <p:sp>
          <p:nvSpPr>
            <p:cNvPr id="5" name="Rectangle 4">
              <a:extLst>
                <a:ext uri="{FF2B5EF4-FFF2-40B4-BE49-F238E27FC236}">
                  <a16:creationId xmlns:a16="http://schemas.microsoft.com/office/drawing/2014/main" id="{B5E71FD5-5200-7834-DFCC-EC093A29BE3D}"/>
                </a:ext>
              </a:extLst>
            </p:cNvPr>
            <p:cNvSpPr/>
            <p:nvPr/>
          </p:nvSpPr>
          <p:spPr>
            <a:xfrm>
              <a:off x="838199" y="2652942"/>
              <a:ext cx="5529943" cy="3696377"/>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69913" indent="-280988"/>
              <a:r>
                <a:rPr lang="en-US" dirty="0">
                  <a:solidFill>
                    <a:schemeClr val="bg1"/>
                  </a:solidFill>
                  <a:latin typeface="Cascadia Code" panose="020B0609020000020004" pitchFamily="49" charset="0"/>
                  <a:cs typeface="Cascadia Code" panose="020B0609020000020004" pitchFamily="49" charset="0"/>
                </a:rPr>
                <a:t>preds |&gt;</a:t>
              </a:r>
              <a:endParaRPr lang="en-US" dirty="0">
                <a:solidFill>
                  <a:schemeClr val="bg2">
                    <a:lumMod val="75000"/>
                  </a:schemeClr>
                </a:solidFill>
                <a:latin typeface="Cascadia Code" panose="020B0609020000020004" pitchFamily="49" charset="0"/>
                <a:cs typeface="Cascadia Code" panose="020B0609020000020004" pitchFamily="49" charset="0"/>
              </a:endParaRP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ggplot</a:t>
              </a:r>
              <a:r>
                <a:rPr lang="en-US" dirty="0">
                  <a:solidFill>
                    <a:schemeClr val="bg1"/>
                  </a:solidFill>
                  <a:latin typeface="Cascadia Code" panose="020B0609020000020004" pitchFamily="49" charset="0"/>
                  <a:cs typeface="Cascadia Code" panose="020B0609020000020004" pitchFamily="49" charset="0"/>
                </a:rPr>
                <a:t>(</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aes</a:t>
              </a:r>
              <a:r>
                <a:rPr lang="en-US" dirty="0">
                  <a:solidFill>
                    <a:schemeClr val="bg1"/>
                  </a:solidFill>
                  <a:latin typeface="Cascadia Code" panose="020B0609020000020004" pitchFamily="49" charset="0"/>
                  <a:cs typeface="Cascadia Code" panose="020B0609020000020004" pitchFamily="49" charset="0"/>
                </a:rPr>
                <a:t>(x = x_age, y = estimate)</a:t>
              </a:r>
            </a:p>
            <a:p>
              <a:pPr marL="569913" indent="-280988"/>
              <a:r>
                <a:rPr lang="en-US" dirty="0">
                  <a:solidFill>
                    <a:schemeClr val="bg1"/>
                  </a:solidFill>
                  <a:latin typeface="Cascadia Code" panose="020B0609020000020004" pitchFamily="49" charset="0"/>
                  <a:cs typeface="Cascadia Code" panose="020B0609020000020004" pitchFamily="49" charset="0"/>
                </a:rPr>
                <a:t>	)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geom_line</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rgbClr val="A5CB83"/>
                  </a:solidFill>
                  <a:latin typeface="Cascadia Code" panose="020B0609020000020004" pitchFamily="49" charset="0"/>
                  <a:cs typeface="Cascadia Code" panose="020B0609020000020004" pitchFamily="49" charset="0"/>
                </a:rPr>
                <a:t>aes</a:t>
              </a:r>
              <a:r>
                <a:rPr lang="en-US" dirty="0">
                  <a:solidFill>
                    <a:schemeClr val="bg1"/>
                  </a:solidFill>
                  <a:latin typeface="Cascadia Code" panose="020B0609020000020004" pitchFamily="49" charset="0"/>
                  <a:cs typeface="Cascadia Code" panose="020B0609020000020004" pitchFamily="49" charset="0"/>
                </a:rPr>
                <a:t>(color = condition))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geom_ribbon</a:t>
              </a:r>
              <a:r>
                <a:rPr lang="en-US" dirty="0">
                  <a:solidFill>
                    <a:schemeClr val="bg1"/>
                  </a:solidFill>
                  <a:latin typeface="Cascadia Code" panose="020B0609020000020004" pitchFamily="49" charset="0"/>
                  <a:cs typeface="Cascadia Code" panose="020B0609020000020004" pitchFamily="49" charset="0"/>
                </a:rPr>
                <a:t>(</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aes</a:t>
              </a:r>
              <a:r>
                <a:rPr lang="en-US" dirty="0">
                  <a:solidFill>
                    <a:schemeClr val="bg1"/>
                  </a:solidFill>
                  <a:latin typeface="Cascadia Code" panose="020B0609020000020004" pitchFamily="49" charset="0"/>
                  <a:cs typeface="Cascadia Code" panose="020B0609020000020004" pitchFamily="49" charset="0"/>
                </a:rPr>
                <a:t>(</a:t>
              </a:r>
            </a:p>
            <a:p>
              <a:pPr marL="569913" indent="-280988"/>
              <a:r>
                <a:rPr lang="en-US" dirty="0">
                  <a:solidFill>
                    <a:schemeClr val="bg1"/>
                  </a:solidFill>
                  <a:latin typeface="Cascadia Code" panose="020B0609020000020004" pitchFamily="49" charset="0"/>
                  <a:cs typeface="Cascadia Code" panose="020B0609020000020004" pitchFamily="49" charset="0"/>
                </a:rPr>
                <a:t>		   fill = condition,</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ymin</a:t>
              </a:r>
              <a:r>
                <a:rPr lang="en-US" dirty="0">
                  <a:solidFill>
                    <a:schemeClr val="bg1"/>
                  </a:solidFill>
                  <a:latin typeface="Cascadia Code" panose="020B0609020000020004" pitchFamily="49" charset="0"/>
                  <a:cs typeface="Cascadia Code" panose="020B0609020000020004" pitchFamily="49" charset="0"/>
                </a:rPr>
                <a:t> = </a:t>
              </a:r>
              <a:r>
                <a:rPr lang="en-US" dirty="0" err="1">
                  <a:solidFill>
                    <a:schemeClr val="bg1"/>
                  </a:solidFill>
                  <a:latin typeface="Cascadia Code" panose="020B0609020000020004" pitchFamily="49" charset="0"/>
                  <a:cs typeface="Cascadia Code" panose="020B0609020000020004" pitchFamily="49" charset="0"/>
                </a:rPr>
                <a:t>conf.low</a:t>
              </a:r>
              <a:r>
                <a:rPr lang="en-US" dirty="0">
                  <a:solidFill>
                    <a:schemeClr val="bg1"/>
                  </a:solidFill>
                  <a:latin typeface="Cascadia Code" panose="020B0609020000020004" pitchFamily="49" charset="0"/>
                  <a:cs typeface="Cascadia Code" panose="020B0609020000020004" pitchFamily="49" charset="0"/>
                </a:rPr>
                <a:t>,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ymax</a:t>
              </a:r>
              <a:r>
                <a:rPr lang="en-US" dirty="0">
                  <a:solidFill>
                    <a:schemeClr val="bg1"/>
                  </a:solidFill>
                  <a:latin typeface="Cascadia Code" panose="020B0609020000020004" pitchFamily="49" charset="0"/>
                  <a:cs typeface="Cascadia Code" panose="020B0609020000020004" pitchFamily="49" charset="0"/>
                </a:rPr>
                <a:t> = </a:t>
              </a:r>
              <a:r>
                <a:rPr lang="en-US" dirty="0" err="1">
                  <a:solidFill>
                    <a:schemeClr val="bg1"/>
                  </a:solidFill>
                  <a:latin typeface="Cascadia Code" panose="020B0609020000020004" pitchFamily="49" charset="0"/>
                  <a:cs typeface="Cascadia Code" panose="020B0609020000020004" pitchFamily="49" charset="0"/>
                </a:rPr>
                <a:t>conf.high</a:t>
              </a:r>
              <a:endParaRPr lang="en-US" dirty="0">
                <a:solidFill>
                  <a:schemeClr val="bg1"/>
                </a:solidFill>
                <a:latin typeface="Cascadia Code" panose="020B0609020000020004" pitchFamily="49" charset="0"/>
                <a:cs typeface="Cascadia Code" panose="020B0609020000020004" pitchFamily="49" charset="0"/>
              </a:endParaRPr>
            </a:p>
            <a:p>
              <a:pPr marL="569913" indent="-280988"/>
              <a:r>
                <a:rPr lang="en-US" dirty="0">
                  <a:solidFill>
                    <a:schemeClr val="bg1"/>
                  </a:solidFill>
                  <a:latin typeface="Cascadia Code" panose="020B0609020000020004" pitchFamily="49" charset="0"/>
                  <a:cs typeface="Cascadia Code" panose="020B0609020000020004" pitchFamily="49" charset="0"/>
                </a:rPr>
                <a:t>		)</a:t>
              </a:r>
            </a:p>
            <a:p>
              <a:pPr marL="569913" indent="-280988"/>
              <a:r>
                <a:rPr lang="en-US" dirty="0">
                  <a:solidFill>
                    <a:schemeClr val="bg1"/>
                  </a:solidFill>
                  <a:latin typeface="Cascadia Code" panose="020B0609020000020004" pitchFamily="49" charset="0"/>
                  <a:cs typeface="Cascadia Code" panose="020B0609020000020004" pitchFamily="49" charset="0"/>
                </a:rPr>
                <a:t>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2">
                      <a:lumMod val="75000"/>
                    </a:schemeClr>
                  </a:solidFill>
                  <a:latin typeface="Cascadia Code" panose="020B0609020000020004" pitchFamily="49" charset="0"/>
                  <a:cs typeface="Cascadia Code" panose="020B0609020000020004" pitchFamily="49" charset="0"/>
                </a:rPr>
                <a:t>theme_stuff</a:t>
              </a:r>
              <a:r>
                <a:rPr lang="en-US" dirty="0">
                  <a:solidFill>
                    <a:schemeClr val="bg2">
                      <a:lumMod val="75000"/>
                    </a:schemeClr>
                  </a:solidFill>
                  <a:latin typeface="Cascadia Code" panose="020B0609020000020004" pitchFamily="49" charset="0"/>
                  <a:cs typeface="Cascadia Code" panose="020B0609020000020004" pitchFamily="49" charset="0"/>
                </a:rPr>
                <a:t>()</a:t>
              </a:r>
            </a:p>
          </p:txBody>
        </p:sp>
        <p:pic>
          <p:nvPicPr>
            <p:cNvPr id="11" name="Picture 10">
              <a:extLst>
                <a:ext uri="{FF2B5EF4-FFF2-40B4-BE49-F238E27FC236}">
                  <a16:creationId xmlns:a16="http://schemas.microsoft.com/office/drawing/2014/main" id="{234B3478-0B3C-E148-9EDA-A5AE6D4684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8969" y="2210236"/>
              <a:ext cx="4784004" cy="3986670"/>
            </a:xfrm>
            <a:prstGeom prst="rect">
              <a:avLst/>
            </a:prstGeom>
          </p:spPr>
        </p:pic>
      </p:grpSp>
      <p:pic>
        <p:nvPicPr>
          <p:cNvPr id="18" name="Online Image Placeholder 6">
            <a:extLst>
              <a:ext uri="{FF2B5EF4-FFF2-40B4-BE49-F238E27FC236}">
                <a16:creationId xmlns:a16="http://schemas.microsoft.com/office/drawing/2014/main" id="{5C0E613E-44E3-1E13-A4D6-A31CDD76D07E}"/>
              </a:ext>
            </a:extLst>
          </p:cNvPr>
          <p:cNvPicPr>
            <a:picLocks noChangeAspect="1"/>
          </p:cNvPicPr>
          <p:nvPr/>
        </p:nvPicPr>
        <p:blipFill rotWithShape="1">
          <a:blip r:embed="rId4">
            <a:extLst>
              <a:ext uri="{28A0092B-C50C-407E-A947-70E740481C1C}">
                <a14:useLocalDpi xmlns:a14="http://schemas.microsoft.com/office/drawing/2010/main" val="0"/>
              </a:ext>
            </a:extLst>
          </a:blip>
          <a:srcRect l="-47925" t="15868" r="47925" b="16726"/>
          <a:stretch>
            <a:fillRect/>
          </a:stretch>
        </p:blipFill>
        <p:spPr>
          <a:xfrm>
            <a:off x="7408094" y="247006"/>
            <a:ext cx="2156823" cy="898714"/>
          </a:xfrm>
          <a:prstGeom prst="rect">
            <a:avLst/>
          </a:prstGeom>
        </p:spPr>
      </p:pic>
      <p:pic>
        <p:nvPicPr>
          <p:cNvPr id="20" name="Online Image Placeholder 6">
            <a:extLst>
              <a:ext uri="{FF2B5EF4-FFF2-40B4-BE49-F238E27FC236}">
                <a16:creationId xmlns:a16="http://schemas.microsoft.com/office/drawing/2014/main" id="{14EB345C-2072-9B61-FE93-52C2833202A1}"/>
              </a:ext>
            </a:extLst>
          </p:cNvPr>
          <p:cNvPicPr>
            <a:picLocks noChangeAspect="1"/>
          </p:cNvPicPr>
          <p:nvPr/>
        </p:nvPicPr>
        <p:blipFill rotWithShape="1">
          <a:blip r:embed="rId4">
            <a:extLst>
              <a:ext uri="{28A0092B-C50C-407E-A947-70E740481C1C}">
                <a14:useLocalDpi xmlns:a14="http://schemas.microsoft.com/office/drawing/2010/main" val="0"/>
              </a:ext>
            </a:extLst>
          </a:blip>
          <a:srcRect l="80722" t="-1107" r="-719" b="1839"/>
          <a:stretch>
            <a:fillRect/>
          </a:stretch>
        </p:blipFill>
        <p:spPr>
          <a:xfrm rot="16200000">
            <a:off x="10204620" y="-597887"/>
            <a:ext cx="817905" cy="2509938"/>
          </a:xfrm>
          <a:prstGeom prst="rect">
            <a:avLst/>
          </a:prstGeom>
        </p:spPr>
      </p:pic>
    </p:spTree>
    <p:extLst>
      <p:ext uri="{BB962C8B-B14F-4D97-AF65-F5344CB8AC3E}">
        <p14:creationId xmlns:p14="http://schemas.microsoft.com/office/powerpoint/2010/main" val="2260395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CE0E1-126C-173F-FF4C-556ECC208E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C30E07-8892-48B5-6E4D-1A0A89430B0F}"/>
              </a:ext>
            </a:extLst>
          </p:cNvPr>
          <p:cNvSpPr>
            <a:spLocks noGrp="1"/>
          </p:cNvSpPr>
          <p:nvPr>
            <p:ph idx="1"/>
          </p:nvPr>
        </p:nvSpPr>
        <p:spPr/>
        <p:txBody>
          <a:bodyPr/>
          <a:lstStyle/>
          <a:p>
            <a:r>
              <a:rPr lang="en-US" dirty="0"/>
              <a:t>3-way interaction has a few options</a:t>
            </a:r>
          </a:p>
        </p:txBody>
      </p:sp>
      <p:sp>
        <p:nvSpPr>
          <p:cNvPr id="3" name="Title 2">
            <a:extLst>
              <a:ext uri="{FF2B5EF4-FFF2-40B4-BE49-F238E27FC236}">
                <a16:creationId xmlns:a16="http://schemas.microsoft.com/office/drawing/2014/main" id="{E582505E-E3F8-A4E1-88DC-EC93544ED6F4}"/>
              </a:ext>
            </a:extLst>
          </p:cNvPr>
          <p:cNvSpPr>
            <a:spLocks noGrp="1"/>
          </p:cNvSpPr>
          <p:nvPr>
            <p:ph type="ctrTitle"/>
          </p:nvPr>
        </p:nvSpPr>
        <p:spPr/>
        <p:txBody>
          <a:bodyPr/>
          <a:lstStyle/>
          <a:p>
            <a:r>
              <a:rPr lang="en-US" dirty="0"/>
              <a:t>Interactions</a:t>
            </a:r>
          </a:p>
        </p:txBody>
      </p:sp>
      <p:sp>
        <p:nvSpPr>
          <p:cNvPr id="4" name="Date Placeholder 3">
            <a:extLst>
              <a:ext uri="{FF2B5EF4-FFF2-40B4-BE49-F238E27FC236}">
                <a16:creationId xmlns:a16="http://schemas.microsoft.com/office/drawing/2014/main" id="{737BA356-7881-143B-B68D-94E0D1F43C6E}"/>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8" name="Rectangle 7">
            <a:extLst>
              <a:ext uri="{FF2B5EF4-FFF2-40B4-BE49-F238E27FC236}">
                <a16:creationId xmlns:a16="http://schemas.microsoft.com/office/drawing/2014/main" id="{B8C91668-CBBB-2368-62D2-9109D9B06CF6}"/>
              </a:ext>
            </a:extLst>
          </p:cNvPr>
          <p:cNvSpPr/>
          <p:nvPr/>
        </p:nvSpPr>
        <p:spPr>
          <a:xfrm>
            <a:off x="838201" y="2659972"/>
            <a:ext cx="10755086" cy="3599314"/>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6263" indent="-287338"/>
            <a:r>
              <a:rPr lang="en-US" dirty="0">
                <a:solidFill>
                  <a:schemeClr val="bg1"/>
                </a:solidFill>
                <a:latin typeface="Cascadia Code" panose="020B0609020000020004" pitchFamily="49" charset="0"/>
                <a:cs typeface="Cascadia Code" panose="020B0609020000020004" pitchFamily="49" charset="0"/>
              </a:rPr>
              <a:t>preds &lt;- </a:t>
            </a:r>
            <a:r>
              <a:rPr lang="en-US" dirty="0">
                <a:solidFill>
                  <a:srgbClr val="A5CB83"/>
                </a:solidFill>
                <a:latin typeface="Cascadia Code" panose="020B0609020000020004" pitchFamily="49" charset="0"/>
                <a:cs typeface="Cascadia Code" panose="020B0609020000020004" pitchFamily="49" charset="0"/>
              </a:rPr>
              <a:t>predictions</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glmer_model</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by = </a:t>
            </a:r>
            <a:r>
              <a:rPr lang="en-US" dirty="0">
                <a:solidFill>
                  <a:srgbClr val="A5CB83"/>
                </a:solidFill>
                <a:latin typeface="Cascadia Code" panose="020B0609020000020004" pitchFamily="49" charset="0"/>
                <a:cs typeface="Cascadia Code" panose="020B0609020000020004" pitchFamily="49" charset="0"/>
              </a:rPr>
              <a:t>c</a:t>
            </a:r>
            <a:r>
              <a:rPr lang="en-US" dirty="0">
                <a:solidFill>
                  <a:schemeClr val="bg1"/>
                </a:solidFill>
                <a:latin typeface="Cascadia Code" panose="020B0609020000020004" pitchFamily="49" charset="0"/>
                <a:cs typeface="Cascadia Code" panose="020B0609020000020004" pitchFamily="49" charset="0"/>
              </a:rPr>
              <a:t>(</a:t>
            </a:r>
            <a:r>
              <a:rPr lang="en-US" dirty="0">
                <a:solidFill>
                  <a:srgbClr val="FFFF99"/>
                </a:solidFill>
                <a:latin typeface="Cascadia Code" panose="020B0609020000020004" pitchFamily="49" charset="0"/>
                <a:cs typeface="Cascadia Code" panose="020B0609020000020004" pitchFamily="49" charset="0"/>
              </a:rPr>
              <a:t>'condition'</a:t>
            </a:r>
            <a:r>
              <a:rPr lang="en-US" dirty="0">
                <a:solidFill>
                  <a:schemeClr val="bg1"/>
                </a:solidFill>
                <a:latin typeface="Cascadia Code" panose="020B0609020000020004" pitchFamily="49" charset="0"/>
                <a:cs typeface="Cascadia Code" panose="020B0609020000020004" pitchFamily="49" charset="0"/>
              </a:rPr>
              <a:t>, </a:t>
            </a:r>
            <a:r>
              <a:rPr lang="en-US" dirty="0">
                <a:solidFill>
                  <a:srgbClr val="FFFF99"/>
                </a:solidFill>
                <a:latin typeface="Cascadia Code" panose="020B0609020000020004" pitchFamily="49" charset="0"/>
                <a:cs typeface="Cascadia Code" panose="020B0609020000020004" pitchFamily="49" charset="0"/>
              </a:rPr>
              <a:t>'</a:t>
            </a:r>
            <a:r>
              <a:rPr lang="en-US" dirty="0" err="1">
                <a:solidFill>
                  <a:srgbClr val="FFFF99"/>
                </a:solidFill>
                <a:latin typeface="Cascadia Code" panose="020B0609020000020004" pitchFamily="49" charset="0"/>
                <a:cs typeface="Cascadia Code" panose="020B0609020000020004" pitchFamily="49" charset="0"/>
              </a:rPr>
              <a:t>x_trial</a:t>
            </a:r>
            <a:r>
              <a:rPr lang="en-US" dirty="0">
                <a:solidFill>
                  <a:srgbClr val="FFFF99"/>
                </a:solidFill>
                <a:latin typeface="Cascadia Code" panose="020B0609020000020004" pitchFamily="49" charset="0"/>
                <a:cs typeface="Cascadia Code" panose="020B0609020000020004" pitchFamily="49" charset="0"/>
              </a:rPr>
              <a:t>'</a:t>
            </a:r>
            <a:r>
              <a:rPr lang="en-US" dirty="0">
                <a:solidFill>
                  <a:schemeClr val="bg1"/>
                </a:solidFill>
                <a:latin typeface="Cascadia Code" panose="020B0609020000020004" pitchFamily="49" charset="0"/>
                <a:cs typeface="Cascadia Code" panose="020B0609020000020004" pitchFamily="49" charset="0"/>
              </a:rPr>
              <a:t>, </a:t>
            </a:r>
            <a:r>
              <a:rPr lang="en-US" dirty="0">
                <a:solidFill>
                  <a:srgbClr val="FFFF99"/>
                </a:solidFill>
                <a:latin typeface="Cascadia Code" panose="020B0609020000020004" pitchFamily="49" charset="0"/>
                <a:cs typeface="Cascadia Code" panose="020B0609020000020004" pitchFamily="49" charset="0"/>
              </a:rPr>
              <a:t>'</a:t>
            </a:r>
            <a:r>
              <a:rPr lang="en-US" dirty="0" err="1">
                <a:solidFill>
                  <a:srgbClr val="FFFF99"/>
                </a:solidFill>
                <a:latin typeface="Cascadia Code" panose="020B0609020000020004" pitchFamily="49" charset="0"/>
                <a:cs typeface="Cascadia Code" panose="020B0609020000020004" pitchFamily="49" charset="0"/>
              </a:rPr>
              <a:t>x_age</a:t>
            </a:r>
            <a:r>
              <a:rPr lang="en-US" dirty="0">
                <a:solidFill>
                  <a:srgbClr val="FFFF99"/>
                </a:solidFill>
                <a:latin typeface="Cascadia Code" panose="020B0609020000020004" pitchFamily="49" charset="0"/>
                <a:cs typeface="Cascadia Code" panose="020B0609020000020004" pitchFamily="49" charset="0"/>
              </a:rPr>
              <a:t>'</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newdata</a:t>
            </a:r>
            <a:r>
              <a:rPr lang="en-US" dirty="0">
                <a:solidFill>
                  <a:schemeClr val="bg1"/>
                </a:solidFill>
                <a:latin typeface="Cascadia Code" panose="020B0609020000020004" pitchFamily="49" charset="0"/>
                <a:cs typeface="Cascadia Code" panose="020B0609020000020004" pitchFamily="49" charset="0"/>
              </a:rPr>
              <a:t> = </a:t>
            </a:r>
            <a:r>
              <a:rPr lang="en-US" dirty="0" err="1">
                <a:solidFill>
                  <a:srgbClr val="A5CB83"/>
                </a:solidFill>
                <a:latin typeface="Cascadia Code" panose="020B0609020000020004" pitchFamily="49" charset="0"/>
                <a:cs typeface="Cascadia Code" panose="020B0609020000020004" pitchFamily="49" charset="0"/>
              </a:rPr>
              <a:t>datagrid</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condition = </a:t>
            </a:r>
            <a:r>
              <a:rPr lang="en-US" dirty="0">
                <a:solidFill>
                  <a:srgbClr val="A5CB83"/>
                </a:solidFill>
                <a:latin typeface="Cascadia Code" panose="020B0609020000020004" pitchFamily="49" charset="0"/>
                <a:cs typeface="Cascadia Code" panose="020B0609020000020004" pitchFamily="49" charset="0"/>
              </a:rPr>
              <a:t>unique</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x_age = </a:t>
            </a:r>
            <a:r>
              <a:rPr lang="en-US" dirty="0">
                <a:solidFill>
                  <a:srgbClr val="A5CB83"/>
                </a:solidFill>
                <a:latin typeface="Cascadia Code" panose="020B0609020000020004" pitchFamily="49" charset="0"/>
                <a:cs typeface="Cascadia Code" panose="020B0609020000020004" pitchFamily="49" charset="0"/>
              </a:rPr>
              <a:t>seq</a:t>
            </a:r>
            <a:r>
              <a:rPr lang="en-US" dirty="0">
                <a:solidFill>
                  <a:schemeClr val="bg1"/>
                </a:solidFill>
                <a:latin typeface="Cascadia Code" panose="020B0609020000020004" pitchFamily="49" charset="0"/>
                <a:cs typeface="Cascadia Code" panose="020B0609020000020004" pitchFamily="49" charset="0"/>
              </a:rPr>
              <a:t>(</a:t>
            </a:r>
            <a:r>
              <a:rPr lang="en-US" dirty="0">
                <a:solidFill>
                  <a:srgbClr val="A5CB83"/>
                </a:solidFill>
                <a:latin typeface="Cascadia Code" panose="020B0609020000020004" pitchFamily="49" charset="0"/>
                <a:cs typeface="Cascadia Code" panose="020B0609020000020004" pitchFamily="49" charset="0"/>
              </a:rPr>
              <a:t>min</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chemeClr val="bg1"/>
                </a:solidFill>
                <a:latin typeface="Cascadia Code" panose="020B0609020000020004" pitchFamily="49" charset="0"/>
                <a:cs typeface="Cascadia Code" panose="020B0609020000020004" pitchFamily="49" charset="0"/>
              </a:rPr>
              <a:t>my_data$x_age</a:t>
            </a:r>
            <a:r>
              <a:rPr lang="en-US" dirty="0">
                <a:solidFill>
                  <a:schemeClr val="bg1"/>
                </a:solidFill>
                <a:latin typeface="Cascadia Code" panose="020B0609020000020004" pitchFamily="49" charset="0"/>
                <a:cs typeface="Cascadia Code" panose="020B0609020000020004" pitchFamily="49" charset="0"/>
              </a:rPr>
              <a:t>), </a:t>
            </a:r>
            <a:r>
              <a:rPr lang="en-US" dirty="0">
                <a:solidFill>
                  <a:srgbClr val="A5CB83"/>
                </a:solidFill>
                <a:latin typeface="Cascadia Code" panose="020B0609020000020004" pitchFamily="49" charset="0"/>
                <a:cs typeface="Cascadia Code" panose="020B0609020000020004" pitchFamily="49" charset="0"/>
              </a:rPr>
              <a:t>max</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chemeClr val="bg1"/>
                </a:solidFill>
                <a:latin typeface="Cascadia Code" panose="020B0609020000020004" pitchFamily="49" charset="0"/>
                <a:cs typeface="Cascadia Code" panose="020B0609020000020004" pitchFamily="49" charset="0"/>
              </a:rPr>
              <a:t>my_data$x_age</a:t>
            </a:r>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length.out</a:t>
            </a:r>
            <a:r>
              <a:rPr lang="en-US" dirty="0">
                <a:solidFill>
                  <a:schemeClr val="bg1"/>
                </a:solidFill>
                <a:latin typeface="Cascadia Code" panose="020B0609020000020004" pitchFamily="49" charset="0"/>
                <a:cs typeface="Cascadia Code" panose="020B0609020000020004" pitchFamily="49" charset="0"/>
              </a:rPr>
              <a:t> = </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10</a:t>
            </a:r>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x_trial</a:t>
            </a:r>
            <a:r>
              <a:rPr lang="en-US" dirty="0">
                <a:solidFill>
                  <a:schemeClr val="bg1"/>
                </a:solidFill>
                <a:latin typeface="Cascadia Code" panose="020B0609020000020004" pitchFamily="49" charset="0"/>
                <a:cs typeface="Cascadia Code" panose="020B0609020000020004" pitchFamily="49" charset="0"/>
              </a:rPr>
              <a:t> = </a:t>
            </a:r>
            <a:r>
              <a:rPr lang="en-US" dirty="0">
                <a:solidFill>
                  <a:srgbClr val="A5CB83"/>
                </a:solidFill>
                <a:latin typeface="Cascadia Code" panose="020B0609020000020004" pitchFamily="49" charset="0"/>
                <a:cs typeface="Cascadia Code" panose="020B0609020000020004" pitchFamily="49" charset="0"/>
              </a:rPr>
              <a:t>c</a:t>
            </a:r>
            <a:r>
              <a:rPr lang="en-US" dirty="0">
                <a:solidFill>
                  <a:schemeClr val="bg1"/>
                </a:solidFill>
                <a:latin typeface="Cascadia Code" panose="020B0609020000020004" pitchFamily="49" charset="0"/>
                <a:cs typeface="Cascadia Code" panose="020B0609020000020004" pitchFamily="49" charset="0"/>
              </a:rPr>
              <a:t>(</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-1</a:t>
            </a:r>
            <a:r>
              <a:rPr lang="en-US" dirty="0">
                <a:solidFill>
                  <a:schemeClr val="bg1"/>
                </a:solidFill>
                <a:latin typeface="Cascadia Code" panose="020B0609020000020004" pitchFamily="49" charset="0"/>
                <a:cs typeface="Cascadia Code" panose="020B0609020000020004" pitchFamily="49" charset="0"/>
              </a:rPr>
              <a:t>, </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0</a:t>
            </a:r>
            <a:r>
              <a:rPr lang="en-US" dirty="0">
                <a:solidFill>
                  <a:schemeClr val="bg1"/>
                </a:solidFill>
                <a:latin typeface="Cascadia Code" panose="020B0609020000020004" pitchFamily="49" charset="0"/>
                <a:cs typeface="Cascadia Code" panose="020B0609020000020004" pitchFamily="49" charset="0"/>
              </a:rPr>
              <a:t>, </a:t>
            </a:r>
            <a:r>
              <a:rPr lang="en-US" dirty="0">
                <a:solidFill>
                  <a:schemeClr val="accent4">
                    <a:lumMod val="40000"/>
                    <a:lumOff val="60000"/>
                  </a:schemeClr>
                </a:solidFill>
                <a:latin typeface="Cascadia Code" panose="020B0609020000020004" pitchFamily="49" charset="0"/>
                <a:cs typeface="Cascadia Code" panose="020B0609020000020004" pitchFamily="49" charset="0"/>
              </a:rPr>
              <a:t>1</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a:t>
            </a:r>
          </a:p>
        </p:txBody>
      </p:sp>
      <p:sp>
        <p:nvSpPr>
          <p:cNvPr id="10" name="Rectangle 9">
            <a:extLst>
              <a:ext uri="{FF2B5EF4-FFF2-40B4-BE49-F238E27FC236}">
                <a16:creationId xmlns:a16="http://schemas.microsoft.com/office/drawing/2014/main" id="{CF8F519A-0166-1C8B-8DB1-0D8238B25CFE}"/>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code</a:t>
            </a:r>
          </a:p>
        </p:txBody>
      </p:sp>
      <p:pic>
        <p:nvPicPr>
          <p:cNvPr id="18" name="Online Image Placeholder 6">
            <a:extLst>
              <a:ext uri="{FF2B5EF4-FFF2-40B4-BE49-F238E27FC236}">
                <a16:creationId xmlns:a16="http://schemas.microsoft.com/office/drawing/2014/main" id="{0791833C-1F49-3F1D-C8D6-6AA4B8E49E53}"/>
              </a:ext>
            </a:extLst>
          </p:cNvPr>
          <p:cNvPicPr>
            <a:picLocks noChangeAspect="1"/>
          </p:cNvPicPr>
          <p:nvPr/>
        </p:nvPicPr>
        <p:blipFill rotWithShape="1">
          <a:blip r:embed="rId3">
            <a:extLst>
              <a:ext uri="{28A0092B-C50C-407E-A947-70E740481C1C}">
                <a14:useLocalDpi xmlns:a14="http://schemas.microsoft.com/office/drawing/2010/main" val="0"/>
              </a:ext>
            </a:extLst>
          </a:blip>
          <a:srcRect l="-47925" t="15868" r="47925" b="16726"/>
          <a:stretch>
            <a:fillRect/>
          </a:stretch>
        </p:blipFill>
        <p:spPr>
          <a:xfrm>
            <a:off x="7408094" y="247006"/>
            <a:ext cx="2156823" cy="898714"/>
          </a:xfrm>
          <a:prstGeom prst="rect">
            <a:avLst/>
          </a:prstGeom>
        </p:spPr>
      </p:pic>
      <p:pic>
        <p:nvPicPr>
          <p:cNvPr id="20" name="Online Image Placeholder 6">
            <a:extLst>
              <a:ext uri="{FF2B5EF4-FFF2-40B4-BE49-F238E27FC236}">
                <a16:creationId xmlns:a16="http://schemas.microsoft.com/office/drawing/2014/main" id="{984AF61A-964B-632B-3AB4-BDA2A4D6F7E6}"/>
              </a:ext>
            </a:extLst>
          </p:cNvPr>
          <p:cNvPicPr>
            <a:picLocks noChangeAspect="1"/>
          </p:cNvPicPr>
          <p:nvPr/>
        </p:nvPicPr>
        <p:blipFill rotWithShape="1">
          <a:blip r:embed="rId3">
            <a:extLst>
              <a:ext uri="{28A0092B-C50C-407E-A947-70E740481C1C}">
                <a14:useLocalDpi xmlns:a14="http://schemas.microsoft.com/office/drawing/2010/main" val="0"/>
              </a:ext>
            </a:extLst>
          </a:blip>
          <a:srcRect l="80722" t="-1107" r="-719" b="1839"/>
          <a:stretch>
            <a:fillRect/>
          </a:stretch>
        </p:blipFill>
        <p:spPr>
          <a:xfrm rot="16200000">
            <a:off x="10204620" y="-597887"/>
            <a:ext cx="817905" cy="2509938"/>
          </a:xfrm>
          <a:prstGeom prst="rect">
            <a:avLst/>
          </a:prstGeom>
        </p:spPr>
      </p:pic>
      <p:grpSp>
        <p:nvGrpSpPr>
          <p:cNvPr id="21" name="Group 20">
            <a:extLst>
              <a:ext uri="{FF2B5EF4-FFF2-40B4-BE49-F238E27FC236}">
                <a16:creationId xmlns:a16="http://schemas.microsoft.com/office/drawing/2014/main" id="{B2BCD31A-828C-1E54-FFEF-A01F6CE4484B}"/>
              </a:ext>
            </a:extLst>
          </p:cNvPr>
          <p:cNvGrpSpPr/>
          <p:nvPr/>
        </p:nvGrpSpPr>
        <p:grpSpPr>
          <a:xfrm>
            <a:off x="693335" y="1370131"/>
            <a:ext cx="10982850" cy="4940694"/>
            <a:chOff x="693335" y="1370131"/>
            <a:chExt cx="10982850" cy="4940694"/>
          </a:xfrm>
        </p:grpSpPr>
        <p:grpSp>
          <p:nvGrpSpPr>
            <p:cNvPr id="15" name="Group 14">
              <a:extLst>
                <a:ext uri="{FF2B5EF4-FFF2-40B4-BE49-F238E27FC236}">
                  <a16:creationId xmlns:a16="http://schemas.microsoft.com/office/drawing/2014/main" id="{69394139-35A6-6735-7E80-A37BD8C0C1F0}"/>
                </a:ext>
              </a:extLst>
            </p:cNvPr>
            <p:cNvGrpSpPr/>
            <p:nvPr/>
          </p:nvGrpSpPr>
          <p:grpSpPr>
            <a:xfrm>
              <a:off x="693335" y="1370131"/>
              <a:ext cx="10982850" cy="4940694"/>
              <a:chOff x="693335" y="1370131"/>
              <a:chExt cx="10982850" cy="4940694"/>
            </a:xfrm>
          </p:grpSpPr>
          <p:sp>
            <p:nvSpPr>
              <p:cNvPr id="14" name="Rectangle 13">
                <a:extLst>
                  <a:ext uri="{FF2B5EF4-FFF2-40B4-BE49-F238E27FC236}">
                    <a16:creationId xmlns:a16="http://schemas.microsoft.com/office/drawing/2014/main" id="{40AB2F36-1690-8515-BA8C-D2AA759CADD8}"/>
                  </a:ext>
                </a:extLst>
              </p:cNvPr>
              <p:cNvSpPr/>
              <p:nvPr/>
            </p:nvSpPr>
            <p:spPr>
              <a:xfrm>
                <a:off x="9985512" y="2058762"/>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output</a:t>
                </a:r>
              </a:p>
            </p:txBody>
          </p:sp>
          <p:sp>
            <p:nvSpPr>
              <p:cNvPr id="13" name="Rectangle 12">
                <a:extLst>
                  <a:ext uri="{FF2B5EF4-FFF2-40B4-BE49-F238E27FC236}">
                    <a16:creationId xmlns:a16="http://schemas.microsoft.com/office/drawing/2014/main" id="{1C9BFBBC-5692-BC89-7EA9-DD95C17DE228}"/>
                  </a:ext>
                </a:extLst>
              </p:cNvPr>
              <p:cNvSpPr/>
              <p:nvPr/>
            </p:nvSpPr>
            <p:spPr>
              <a:xfrm>
                <a:off x="693335" y="2461846"/>
                <a:ext cx="10982850" cy="38489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569913" indent="-280988"/>
                <a:endParaRPr lang="en-US" dirty="0">
                  <a:solidFill>
                    <a:schemeClr val="bg2">
                      <a:lumMod val="75000"/>
                    </a:schemeClr>
                  </a:solidFill>
                  <a:latin typeface="Cascadia Code" panose="020B0609020000020004" pitchFamily="49" charset="0"/>
                  <a:cs typeface="Cascadia Code" panose="020B0609020000020004" pitchFamily="49" charset="0"/>
                </a:endParaRPr>
              </a:p>
            </p:txBody>
          </p:sp>
          <p:sp>
            <p:nvSpPr>
              <p:cNvPr id="5" name="Rectangle 4">
                <a:extLst>
                  <a:ext uri="{FF2B5EF4-FFF2-40B4-BE49-F238E27FC236}">
                    <a16:creationId xmlns:a16="http://schemas.microsoft.com/office/drawing/2014/main" id="{E060F4C0-1F30-9B97-79BD-57E33FF55ADD}"/>
                  </a:ext>
                </a:extLst>
              </p:cNvPr>
              <p:cNvSpPr/>
              <p:nvPr/>
            </p:nvSpPr>
            <p:spPr>
              <a:xfrm>
                <a:off x="838199" y="1370131"/>
                <a:ext cx="6431738" cy="1524092"/>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569913" indent="-280988"/>
                <a:r>
                  <a:rPr lang="en-US" dirty="0">
                    <a:solidFill>
                      <a:schemeClr val="bg1"/>
                    </a:solidFill>
                    <a:latin typeface="Cascadia Code" panose="020B0609020000020004" pitchFamily="49" charset="0"/>
                    <a:cs typeface="Cascadia Code" panose="020B0609020000020004" pitchFamily="49" charset="0"/>
                  </a:rPr>
                  <a:t>preds |&gt;</a:t>
                </a:r>
                <a:endParaRPr lang="en-US" dirty="0">
                  <a:solidFill>
                    <a:schemeClr val="bg2">
                      <a:lumMod val="75000"/>
                    </a:schemeClr>
                  </a:solidFill>
                  <a:latin typeface="Cascadia Code" panose="020B0609020000020004" pitchFamily="49" charset="0"/>
                  <a:cs typeface="Cascadia Code" panose="020B0609020000020004" pitchFamily="49" charset="0"/>
                </a:endParaRP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ggplot</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rgbClr val="A5CB83"/>
                    </a:solidFill>
                    <a:latin typeface="Cascadia Code" panose="020B0609020000020004" pitchFamily="49" charset="0"/>
                    <a:cs typeface="Cascadia Code" panose="020B0609020000020004" pitchFamily="49" charset="0"/>
                  </a:rPr>
                  <a:t>aes</a:t>
                </a:r>
                <a:r>
                  <a:rPr lang="en-US" dirty="0">
                    <a:solidFill>
                      <a:schemeClr val="bg1"/>
                    </a:solidFill>
                    <a:latin typeface="Cascadia Code" panose="020B0609020000020004" pitchFamily="49" charset="0"/>
                    <a:cs typeface="Cascadia Code" panose="020B0609020000020004" pitchFamily="49" charset="0"/>
                  </a:rPr>
                  <a:t>(x = x_age, y = estimate))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geom_line</a:t>
                </a:r>
                <a:r>
                  <a:rPr lang="en-US" dirty="0">
                    <a:solidFill>
                      <a:schemeClr val="bg1"/>
                    </a:solidFill>
                    <a:latin typeface="Cascadia Code" panose="020B0609020000020004" pitchFamily="49" charset="0"/>
                    <a:cs typeface="Cascadia Code" panose="020B0609020000020004" pitchFamily="49" charset="0"/>
                  </a:rPr>
                  <a:t>(</a:t>
                </a:r>
                <a:r>
                  <a:rPr lang="en-US" dirty="0" err="1">
                    <a:solidFill>
                      <a:srgbClr val="A5CB83"/>
                    </a:solidFill>
                    <a:latin typeface="Cascadia Code" panose="020B0609020000020004" pitchFamily="49" charset="0"/>
                    <a:cs typeface="Cascadia Code" panose="020B0609020000020004" pitchFamily="49" charset="0"/>
                  </a:rPr>
                  <a:t>aes</a:t>
                </a:r>
                <a:r>
                  <a:rPr lang="en-US" dirty="0">
                    <a:solidFill>
                      <a:schemeClr val="bg1"/>
                    </a:solidFill>
                    <a:latin typeface="Cascadia Code" panose="020B0609020000020004" pitchFamily="49" charset="0"/>
                    <a:cs typeface="Cascadia Code" panose="020B0609020000020004" pitchFamily="49" charset="0"/>
                  </a:rPr>
                  <a:t>(color = condition))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facet_wrap</a:t>
                </a:r>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x_trial</a:t>
                </a:r>
                <a:r>
                  <a:rPr lang="en-US" dirty="0">
                    <a:solidFill>
                      <a:schemeClr val="bg1"/>
                    </a:solidFill>
                    <a:latin typeface="Cascadia Code" panose="020B0609020000020004" pitchFamily="49" charset="0"/>
                    <a:cs typeface="Cascadia Code" panose="020B0609020000020004" pitchFamily="49" charset="0"/>
                  </a:rPr>
                  <a:t>)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2">
                        <a:lumMod val="75000"/>
                      </a:schemeClr>
                    </a:solidFill>
                    <a:latin typeface="Cascadia Code" panose="020B0609020000020004" pitchFamily="49" charset="0"/>
                    <a:cs typeface="Cascadia Code" panose="020B0609020000020004" pitchFamily="49" charset="0"/>
                  </a:rPr>
                  <a:t>theme_stuff</a:t>
                </a:r>
                <a:r>
                  <a:rPr lang="en-US" dirty="0">
                    <a:solidFill>
                      <a:schemeClr val="bg2">
                        <a:lumMod val="75000"/>
                      </a:schemeClr>
                    </a:solidFill>
                    <a:latin typeface="Cascadia Code" panose="020B0609020000020004" pitchFamily="49" charset="0"/>
                    <a:cs typeface="Cascadia Code" panose="020B0609020000020004" pitchFamily="49" charset="0"/>
                  </a:rPr>
                  <a:t>()</a:t>
                </a:r>
              </a:p>
            </p:txBody>
          </p:sp>
          <p:sp>
            <p:nvSpPr>
              <p:cNvPr id="12" name="Rectangle 11">
                <a:extLst>
                  <a:ext uri="{FF2B5EF4-FFF2-40B4-BE49-F238E27FC236}">
                    <a16:creationId xmlns:a16="http://schemas.microsoft.com/office/drawing/2014/main" id="{3F553C7B-5769-B20E-4751-94CD09E7B748}"/>
                  </a:ext>
                </a:extLst>
              </p:cNvPr>
              <p:cNvSpPr/>
              <p:nvPr/>
            </p:nvSpPr>
            <p:spPr>
              <a:xfrm>
                <a:off x="4702629" y="2461846"/>
                <a:ext cx="6651170" cy="3848979"/>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endParaRPr lang="en-US" dirty="0">
                  <a:latin typeface="Cascadia Code" panose="020B0609020000020004" pitchFamily="49" charset="0"/>
                  <a:cs typeface="Cascadia Code" panose="020B0609020000020004" pitchFamily="49" charset="0"/>
                </a:endParaRPr>
              </a:p>
            </p:txBody>
          </p:sp>
          <p:pic>
            <p:nvPicPr>
              <p:cNvPr id="9" name="Picture 8">
                <a:extLst>
                  <a:ext uri="{FF2B5EF4-FFF2-40B4-BE49-F238E27FC236}">
                    <a16:creationId xmlns:a16="http://schemas.microsoft.com/office/drawing/2014/main" id="{5CD5FB22-889E-1629-62E5-603B64A922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14829" y="2557919"/>
                <a:ext cx="6400813" cy="3657607"/>
              </a:xfrm>
              <a:prstGeom prst="rect">
                <a:avLst/>
              </a:prstGeom>
            </p:spPr>
          </p:pic>
        </p:grpSp>
        <p:sp>
          <p:nvSpPr>
            <p:cNvPr id="19" name="Rectangle 18">
              <a:extLst>
                <a:ext uri="{FF2B5EF4-FFF2-40B4-BE49-F238E27FC236}">
                  <a16:creationId xmlns:a16="http://schemas.microsoft.com/office/drawing/2014/main" id="{021A6877-B053-81D6-B44D-55D2E04B226B}"/>
                </a:ext>
              </a:extLst>
            </p:cNvPr>
            <p:cNvSpPr/>
            <p:nvPr/>
          </p:nvSpPr>
          <p:spPr>
            <a:xfrm>
              <a:off x="838198" y="2889448"/>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Raleway" pitchFamily="2" charset="0"/>
                  <a:ea typeface="Noto Sans" panose="020B0502040504020204" pitchFamily="34" charset="0"/>
                  <a:cs typeface="Noto Sans" panose="020B0502040504020204" pitchFamily="34" charset="0"/>
                </a:rPr>
                <a:t>&gt;  code</a:t>
              </a:r>
            </a:p>
          </p:txBody>
        </p:sp>
      </p:grpSp>
    </p:spTree>
    <p:extLst>
      <p:ext uri="{BB962C8B-B14F-4D97-AF65-F5344CB8AC3E}">
        <p14:creationId xmlns:p14="http://schemas.microsoft.com/office/powerpoint/2010/main" val="115514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F7B5-2123-DCF5-3197-90B8358CDBE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994554-94B6-A802-1622-9F90504588C2}"/>
              </a:ext>
            </a:extLst>
          </p:cNvPr>
          <p:cNvSpPr>
            <a:spLocks noGrp="1"/>
          </p:cNvSpPr>
          <p:nvPr>
            <p:ph idx="1"/>
          </p:nvPr>
        </p:nvSpPr>
        <p:spPr/>
        <p:txBody>
          <a:bodyPr/>
          <a:lstStyle/>
          <a:p>
            <a:r>
              <a:rPr lang="en-US"/>
              <a:t>More resolution and a heatmap</a:t>
            </a:r>
          </a:p>
        </p:txBody>
      </p:sp>
      <p:sp>
        <p:nvSpPr>
          <p:cNvPr id="3" name="Title 2">
            <a:extLst>
              <a:ext uri="{FF2B5EF4-FFF2-40B4-BE49-F238E27FC236}">
                <a16:creationId xmlns:a16="http://schemas.microsoft.com/office/drawing/2014/main" id="{634D2BFB-8394-9AE5-2F6D-89623BCE3A0F}"/>
              </a:ext>
            </a:extLst>
          </p:cNvPr>
          <p:cNvSpPr>
            <a:spLocks noGrp="1"/>
          </p:cNvSpPr>
          <p:nvPr>
            <p:ph type="ctrTitle"/>
          </p:nvPr>
        </p:nvSpPr>
        <p:spPr/>
        <p:txBody>
          <a:bodyPr/>
          <a:lstStyle/>
          <a:p>
            <a:r>
              <a:rPr lang="en-US"/>
              <a:t>Interactions</a:t>
            </a:r>
          </a:p>
        </p:txBody>
      </p:sp>
      <p:sp>
        <p:nvSpPr>
          <p:cNvPr id="4" name="Date Placeholder 3">
            <a:extLst>
              <a:ext uri="{FF2B5EF4-FFF2-40B4-BE49-F238E27FC236}">
                <a16:creationId xmlns:a16="http://schemas.microsoft.com/office/drawing/2014/main" id="{D5B71F37-8AFC-A684-F1AC-EA7BFF9334F1}"/>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8" name="Rectangle 7">
            <a:extLst>
              <a:ext uri="{FF2B5EF4-FFF2-40B4-BE49-F238E27FC236}">
                <a16:creationId xmlns:a16="http://schemas.microsoft.com/office/drawing/2014/main" id="{7FA39B59-85AC-9DEB-0798-68318278FF02}"/>
              </a:ext>
            </a:extLst>
          </p:cNvPr>
          <p:cNvSpPr/>
          <p:nvPr/>
        </p:nvSpPr>
        <p:spPr>
          <a:xfrm>
            <a:off x="838201" y="2659972"/>
            <a:ext cx="10755086" cy="3599314"/>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6263" indent="-287338"/>
            <a:r>
              <a:rPr lang="en-US">
                <a:solidFill>
                  <a:schemeClr val="bg1"/>
                </a:solidFill>
                <a:latin typeface="Cascadia Code" panose="020B0609020000020004" pitchFamily="49" charset="0"/>
                <a:cs typeface="Cascadia Code" panose="020B0609020000020004" pitchFamily="49" charset="0"/>
              </a:rPr>
              <a:t>preds &lt;- </a:t>
            </a:r>
            <a:r>
              <a:rPr lang="en-US">
                <a:solidFill>
                  <a:srgbClr val="A5CB83"/>
                </a:solidFill>
                <a:latin typeface="Cascadia Code" panose="020B0609020000020004" pitchFamily="49" charset="0"/>
                <a:cs typeface="Cascadia Code" panose="020B0609020000020004" pitchFamily="49" charset="0"/>
              </a:rPr>
              <a:t>predictions</a:t>
            </a:r>
            <a:r>
              <a:rPr lang="en-US">
                <a:solidFill>
                  <a:schemeClr val="bg1"/>
                </a:solidFill>
                <a:latin typeface="Cascadia Code" panose="020B0609020000020004" pitchFamily="49" charset="0"/>
                <a:cs typeface="Cascadia Code" panose="020B0609020000020004" pitchFamily="49" charset="0"/>
              </a:rPr>
              <a:t>(</a:t>
            </a:r>
          </a:p>
          <a:p>
            <a:pPr marL="576263" indent="-287338"/>
            <a:r>
              <a:rPr lang="en-US">
                <a:solidFill>
                  <a:schemeClr val="bg1"/>
                </a:solidFill>
                <a:latin typeface="Cascadia Code" panose="020B0609020000020004" pitchFamily="49" charset="0"/>
                <a:cs typeface="Cascadia Code" panose="020B0609020000020004" pitchFamily="49" charset="0"/>
              </a:rPr>
              <a:t>	</a:t>
            </a:r>
            <a:r>
              <a:rPr lang="en-US" err="1">
                <a:solidFill>
                  <a:schemeClr val="bg1"/>
                </a:solidFill>
                <a:latin typeface="Cascadia Code" panose="020B0609020000020004" pitchFamily="49" charset="0"/>
                <a:cs typeface="Cascadia Code" panose="020B0609020000020004" pitchFamily="49" charset="0"/>
              </a:rPr>
              <a:t>glmer_model</a:t>
            </a:r>
            <a:r>
              <a:rPr lang="en-US">
                <a:solidFill>
                  <a:schemeClr val="bg1"/>
                </a:solidFill>
                <a:latin typeface="Cascadia Code" panose="020B0609020000020004" pitchFamily="49" charset="0"/>
                <a:cs typeface="Cascadia Code" panose="020B0609020000020004" pitchFamily="49" charset="0"/>
              </a:rPr>
              <a:t>,</a:t>
            </a:r>
          </a:p>
          <a:p>
            <a:pPr marL="576263" indent="-287338"/>
            <a:r>
              <a:rPr lang="en-US">
                <a:solidFill>
                  <a:schemeClr val="bg1"/>
                </a:solidFill>
                <a:latin typeface="Cascadia Code" panose="020B0609020000020004" pitchFamily="49" charset="0"/>
                <a:cs typeface="Cascadia Code" panose="020B0609020000020004" pitchFamily="49" charset="0"/>
              </a:rPr>
              <a:t>	by = </a:t>
            </a:r>
            <a:r>
              <a:rPr lang="en-US">
                <a:solidFill>
                  <a:srgbClr val="A5CB83"/>
                </a:solidFill>
                <a:latin typeface="Cascadia Code" panose="020B0609020000020004" pitchFamily="49" charset="0"/>
                <a:cs typeface="Cascadia Code" panose="020B0609020000020004" pitchFamily="49" charset="0"/>
              </a:rPr>
              <a:t>c</a:t>
            </a:r>
            <a:r>
              <a:rPr lang="en-US">
                <a:solidFill>
                  <a:schemeClr val="bg1"/>
                </a:solidFill>
                <a:latin typeface="Cascadia Code" panose="020B0609020000020004" pitchFamily="49" charset="0"/>
                <a:cs typeface="Cascadia Code" panose="020B0609020000020004" pitchFamily="49" charset="0"/>
              </a:rPr>
              <a:t>(</a:t>
            </a:r>
            <a:r>
              <a:rPr lang="en-US">
                <a:solidFill>
                  <a:srgbClr val="FFFF99"/>
                </a:solidFill>
                <a:latin typeface="Cascadia Code" panose="020B0609020000020004" pitchFamily="49" charset="0"/>
                <a:cs typeface="Cascadia Code" panose="020B0609020000020004" pitchFamily="49" charset="0"/>
              </a:rPr>
              <a:t>'condition'</a:t>
            </a:r>
            <a:r>
              <a:rPr lang="en-US">
                <a:solidFill>
                  <a:schemeClr val="bg1"/>
                </a:solidFill>
                <a:latin typeface="Cascadia Code" panose="020B0609020000020004" pitchFamily="49" charset="0"/>
                <a:cs typeface="Cascadia Code" panose="020B0609020000020004" pitchFamily="49" charset="0"/>
              </a:rPr>
              <a:t>, </a:t>
            </a:r>
            <a:r>
              <a:rPr lang="en-US">
                <a:solidFill>
                  <a:srgbClr val="FFFF99"/>
                </a:solidFill>
                <a:latin typeface="Cascadia Code" panose="020B0609020000020004" pitchFamily="49" charset="0"/>
                <a:cs typeface="Cascadia Code" panose="020B0609020000020004" pitchFamily="49" charset="0"/>
              </a:rPr>
              <a:t>'</a:t>
            </a:r>
            <a:r>
              <a:rPr lang="en-US" err="1">
                <a:solidFill>
                  <a:srgbClr val="FFFF99"/>
                </a:solidFill>
                <a:latin typeface="Cascadia Code" panose="020B0609020000020004" pitchFamily="49" charset="0"/>
                <a:cs typeface="Cascadia Code" panose="020B0609020000020004" pitchFamily="49" charset="0"/>
              </a:rPr>
              <a:t>x_trial</a:t>
            </a:r>
            <a:r>
              <a:rPr lang="en-US">
                <a:solidFill>
                  <a:srgbClr val="FFFF99"/>
                </a:solidFill>
                <a:latin typeface="Cascadia Code" panose="020B0609020000020004" pitchFamily="49" charset="0"/>
                <a:cs typeface="Cascadia Code" panose="020B0609020000020004" pitchFamily="49" charset="0"/>
              </a:rPr>
              <a:t>'</a:t>
            </a:r>
            <a:r>
              <a:rPr lang="en-US">
                <a:solidFill>
                  <a:schemeClr val="bg1"/>
                </a:solidFill>
                <a:latin typeface="Cascadia Code" panose="020B0609020000020004" pitchFamily="49" charset="0"/>
                <a:cs typeface="Cascadia Code" panose="020B0609020000020004" pitchFamily="49" charset="0"/>
              </a:rPr>
              <a:t>, </a:t>
            </a:r>
            <a:r>
              <a:rPr lang="en-US">
                <a:solidFill>
                  <a:srgbClr val="FFFF99"/>
                </a:solidFill>
                <a:latin typeface="Cascadia Code" panose="020B0609020000020004" pitchFamily="49" charset="0"/>
                <a:cs typeface="Cascadia Code" panose="020B0609020000020004" pitchFamily="49" charset="0"/>
              </a:rPr>
              <a:t>'x_age'</a:t>
            </a:r>
            <a:r>
              <a:rPr lang="en-US">
                <a:solidFill>
                  <a:schemeClr val="bg1"/>
                </a:solidFill>
                <a:latin typeface="Cascadia Code" panose="020B0609020000020004" pitchFamily="49" charset="0"/>
                <a:cs typeface="Cascadia Code" panose="020B0609020000020004" pitchFamily="49" charset="0"/>
              </a:rPr>
              <a:t>),</a:t>
            </a:r>
          </a:p>
          <a:p>
            <a:pPr marL="576263" indent="-287338"/>
            <a:r>
              <a:rPr lang="en-US">
                <a:solidFill>
                  <a:schemeClr val="bg1"/>
                </a:solidFill>
                <a:latin typeface="Cascadia Code" panose="020B0609020000020004" pitchFamily="49" charset="0"/>
                <a:cs typeface="Cascadia Code" panose="020B0609020000020004" pitchFamily="49" charset="0"/>
              </a:rPr>
              <a:t>	</a:t>
            </a:r>
            <a:r>
              <a:rPr lang="en-US" err="1">
                <a:solidFill>
                  <a:schemeClr val="bg1"/>
                </a:solidFill>
                <a:latin typeface="Cascadia Code" panose="020B0609020000020004" pitchFamily="49" charset="0"/>
                <a:cs typeface="Cascadia Code" panose="020B0609020000020004" pitchFamily="49" charset="0"/>
              </a:rPr>
              <a:t>newdata</a:t>
            </a:r>
            <a:r>
              <a:rPr lang="en-US">
                <a:solidFill>
                  <a:schemeClr val="bg1"/>
                </a:solidFill>
                <a:latin typeface="Cascadia Code" panose="020B0609020000020004" pitchFamily="49" charset="0"/>
                <a:cs typeface="Cascadia Code" panose="020B0609020000020004" pitchFamily="49" charset="0"/>
              </a:rPr>
              <a:t> = </a:t>
            </a:r>
            <a:r>
              <a:rPr lang="en-US" err="1">
                <a:solidFill>
                  <a:srgbClr val="A5CB83"/>
                </a:solidFill>
                <a:latin typeface="Cascadia Code" panose="020B0609020000020004" pitchFamily="49" charset="0"/>
                <a:cs typeface="Cascadia Code" panose="020B0609020000020004" pitchFamily="49" charset="0"/>
              </a:rPr>
              <a:t>datagrid</a:t>
            </a:r>
            <a:r>
              <a:rPr lang="en-US">
                <a:solidFill>
                  <a:schemeClr val="bg1"/>
                </a:solidFill>
                <a:latin typeface="Cascadia Code" panose="020B0609020000020004" pitchFamily="49" charset="0"/>
                <a:cs typeface="Cascadia Code" panose="020B0609020000020004" pitchFamily="49" charset="0"/>
              </a:rPr>
              <a:t>(</a:t>
            </a:r>
          </a:p>
          <a:p>
            <a:pPr marL="576263" indent="-287338"/>
            <a:r>
              <a:rPr lang="en-US">
                <a:solidFill>
                  <a:schemeClr val="bg1"/>
                </a:solidFill>
                <a:latin typeface="Cascadia Code" panose="020B0609020000020004" pitchFamily="49" charset="0"/>
                <a:cs typeface="Cascadia Code" panose="020B0609020000020004" pitchFamily="49" charset="0"/>
              </a:rPr>
              <a:t>		condition = </a:t>
            </a:r>
            <a:r>
              <a:rPr lang="en-US">
                <a:solidFill>
                  <a:srgbClr val="A5CB83"/>
                </a:solidFill>
                <a:latin typeface="Cascadia Code" panose="020B0609020000020004" pitchFamily="49" charset="0"/>
                <a:cs typeface="Cascadia Code" panose="020B0609020000020004" pitchFamily="49" charset="0"/>
              </a:rPr>
              <a:t>unique</a:t>
            </a:r>
            <a:r>
              <a:rPr lang="en-US">
                <a:solidFill>
                  <a:schemeClr val="bg1"/>
                </a:solidFill>
                <a:latin typeface="Cascadia Code" panose="020B0609020000020004" pitchFamily="49" charset="0"/>
                <a:cs typeface="Cascadia Code" panose="020B0609020000020004" pitchFamily="49" charset="0"/>
              </a:rPr>
              <a:t>,</a:t>
            </a:r>
          </a:p>
          <a:p>
            <a:pPr marL="576263" indent="-287338"/>
            <a:r>
              <a:rPr lang="en-US">
                <a:solidFill>
                  <a:schemeClr val="bg1"/>
                </a:solidFill>
                <a:latin typeface="Cascadia Code" panose="020B0609020000020004" pitchFamily="49" charset="0"/>
                <a:cs typeface="Cascadia Code" panose="020B0609020000020004" pitchFamily="49" charset="0"/>
              </a:rPr>
              <a:t>		x_age = </a:t>
            </a:r>
            <a:r>
              <a:rPr lang="en-US">
                <a:solidFill>
                  <a:srgbClr val="A5CB83"/>
                </a:solidFill>
                <a:latin typeface="Cascadia Code" panose="020B0609020000020004" pitchFamily="49" charset="0"/>
                <a:cs typeface="Cascadia Code" panose="020B0609020000020004" pitchFamily="49" charset="0"/>
              </a:rPr>
              <a:t>seq</a:t>
            </a:r>
            <a:r>
              <a:rPr lang="en-US">
                <a:solidFill>
                  <a:schemeClr val="bg1"/>
                </a:solidFill>
                <a:latin typeface="Cascadia Code" panose="020B0609020000020004" pitchFamily="49" charset="0"/>
                <a:cs typeface="Cascadia Code" panose="020B0609020000020004" pitchFamily="49" charset="0"/>
              </a:rPr>
              <a:t>(</a:t>
            </a:r>
            <a:r>
              <a:rPr lang="en-US">
                <a:solidFill>
                  <a:srgbClr val="A5CB83"/>
                </a:solidFill>
                <a:latin typeface="Cascadia Code" panose="020B0609020000020004" pitchFamily="49" charset="0"/>
                <a:cs typeface="Cascadia Code" panose="020B0609020000020004" pitchFamily="49" charset="0"/>
              </a:rPr>
              <a:t>min</a:t>
            </a:r>
            <a:r>
              <a:rPr lang="en-US">
                <a:solidFill>
                  <a:schemeClr val="bg1"/>
                </a:solidFill>
                <a:latin typeface="Cascadia Code" panose="020B0609020000020004" pitchFamily="49" charset="0"/>
                <a:cs typeface="Cascadia Code" panose="020B0609020000020004" pitchFamily="49" charset="0"/>
              </a:rPr>
              <a:t>(</a:t>
            </a:r>
            <a:r>
              <a:rPr lang="en-US" err="1">
                <a:solidFill>
                  <a:schemeClr val="bg1"/>
                </a:solidFill>
                <a:latin typeface="Cascadia Code" panose="020B0609020000020004" pitchFamily="49" charset="0"/>
                <a:cs typeface="Cascadia Code" panose="020B0609020000020004" pitchFamily="49" charset="0"/>
              </a:rPr>
              <a:t>my_data$x_age</a:t>
            </a:r>
            <a:r>
              <a:rPr lang="en-US">
                <a:solidFill>
                  <a:schemeClr val="bg1"/>
                </a:solidFill>
                <a:latin typeface="Cascadia Code" panose="020B0609020000020004" pitchFamily="49" charset="0"/>
                <a:cs typeface="Cascadia Code" panose="020B0609020000020004" pitchFamily="49" charset="0"/>
              </a:rPr>
              <a:t>), </a:t>
            </a:r>
            <a:r>
              <a:rPr lang="en-US">
                <a:solidFill>
                  <a:srgbClr val="A5CB83"/>
                </a:solidFill>
                <a:latin typeface="Cascadia Code" panose="020B0609020000020004" pitchFamily="49" charset="0"/>
                <a:cs typeface="Cascadia Code" panose="020B0609020000020004" pitchFamily="49" charset="0"/>
              </a:rPr>
              <a:t>max</a:t>
            </a:r>
            <a:r>
              <a:rPr lang="en-US">
                <a:solidFill>
                  <a:schemeClr val="bg1"/>
                </a:solidFill>
                <a:latin typeface="Cascadia Code" panose="020B0609020000020004" pitchFamily="49" charset="0"/>
                <a:cs typeface="Cascadia Code" panose="020B0609020000020004" pitchFamily="49" charset="0"/>
              </a:rPr>
              <a:t>(</a:t>
            </a:r>
            <a:r>
              <a:rPr lang="en-US" err="1">
                <a:solidFill>
                  <a:schemeClr val="bg1"/>
                </a:solidFill>
                <a:latin typeface="Cascadia Code" panose="020B0609020000020004" pitchFamily="49" charset="0"/>
                <a:cs typeface="Cascadia Code" panose="020B0609020000020004" pitchFamily="49" charset="0"/>
              </a:rPr>
              <a:t>my_data$x_age</a:t>
            </a:r>
            <a:r>
              <a:rPr lang="en-US">
                <a:solidFill>
                  <a:schemeClr val="bg1"/>
                </a:solidFill>
                <a:latin typeface="Cascadia Code" panose="020B0609020000020004" pitchFamily="49" charset="0"/>
                <a:cs typeface="Cascadia Code" panose="020B0609020000020004" pitchFamily="49" charset="0"/>
              </a:rPr>
              <a:t>), </a:t>
            </a:r>
            <a:r>
              <a:rPr lang="en-US" err="1">
                <a:solidFill>
                  <a:schemeClr val="bg1"/>
                </a:solidFill>
                <a:latin typeface="Cascadia Code" panose="020B0609020000020004" pitchFamily="49" charset="0"/>
                <a:cs typeface="Cascadia Code" panose="020B0609020000020004" pitchFamily="49" charset="0"/>
              </a:rPr>
              <a:t>length.out</a:t>
            </a:r>
            <a:r>
              <a:rPr lang="en-US">
                <a:solidFill>
                  <a:schemeClr val="bg1"/>
                </a:solidFill>
                <a:latin typeface="Cascadia Code" panose="020B0609020000020004" pitchFamily="49" charset="0"/>
                <a:cs typeface="Cascadia Code" panose="020B0609020000020004" pitchFamily="49" charset="0"/>
              </a:rPr>
              <a:t> = </a:t>
            </a:r>
            <a:r>
              <a:rPr lang="en-US">
                <a:solidFill>
                  <a:schemeClr val="accent4">
                    <a:lumMod val="40000"/>
                    <a:lumOff val="60000"/>
                  </a:schemeClr>
                </a:solidFill>
                <a:latin typeface="Cascadia Code" panose="020B0609020000020004" pitchFamily="49" charset="0"/>
                <a:cs typeface="Cascadia Code" panose="020B0609020000020004" pitchFamily="49" charset="0"/>
              </a:rPr>
              <a:t>10</a:t>
            </a:r>
            <a:r>
              <a:rPr lang="en-US">
                <a:solidFill>
                  <a:schemeClr val="bg1"/>
                </a:solidFill>
                <a:latin typeface="Cascadia Code" panose="020B0609020000020004" pitchFamily="49" charset="0"/>
                <a:cs typeface="Cascadia Code" panose="020B0609020000020004" pitchFamily="49" charset="0"/>
              </a:rPr>
              <a:t>),     	</a:t>
            </a:r>
            <a:r>
              <a:rPr lang="en-US" err="1">
                <a:solidFill>
                  <a:schemeClr val="bg1"/>
                </a:solidFill>
                <a:latin typeface="Cascadia Code" panose="020B0609020000020004" pitchFamily="49" charset="0"/>
                <a:cs typeface="Cascadia Code" panose="020B0609020000020004" pitchFamily="49" charset="0"/>
              </a:rPr>
              <a:t>x_trial</a:t>
            </a:r>
            <a:r>
              <a:rPr lang="en-US">
                <a:solidFill>
                  <a:schemeClr val="bg1"/>
                </a:solidFill>
                <a:latin typeface="Cascadia Code" panose="020B0609020000020004" pitchFamily="49" charset="0"/>
                <a:cs typeface="Cascadia Code" panose="020B0609020000020004" pitchFamily="49" charset="0"/>
              </a:rPr>
              <a:t> = </a:t>
            </a:r>
            <a:r>
              <a:rPr lang="en-US">
                <a:solidFill>
                  <a:srgbClr val="A5CB83"/>
                </a:solidFill>
                <a:latin typeface="Cascadia Code" panose="020B0609020000020004" pitchFamily="49" charset="0"/>
                <a:cs typeface="Cascadia Code" panose="020B0609020000020004" pitchFamily="49" charset="0"/>
              </a:rPr>
              <a:t>seq</a:t>
            </a:r>
            <a:r>
              <a:rPr lang="en-US">
                <a:solidFill>
                  <a:schemeClr val="bg1"/>
                </a:solidFill>
                <a:latin typeface="Cascadia Code" panose="020B0609020000020004" pitchFamily="49" charset="0"/>
                <a:cs typeface="Cascadia Code" panose="020B0609020000020004" pitchFamily="49" charset="0"/>
              </a:rPr>
              <a:t>(</a:t>
            </a:r>
          </a:p>
          <a:p>
            <a:pPr marL="576263" indent="-287338"/>
            <a:r>
              <a:rPr lang="en-US">
                <a:solidFill>
                  <a:schemeClr val="bg1"/>
                </a:solidFill>
                <a:latin typeface="Cascadia Code" panose="020B0609020000020004" pitchFamily="49" charset="0"/>
                <a:cs typeface="Cascadia Code" panose="020B0609020000020004" pitchFamily="49" charset="0"/>
              </a:rPr>
              <a:t>		  </a:t>
            </a:r>
            <a:r>
              <a:rPr lang="en-US">
                <a:solidFill>
                  <a:srgbClr val="A5CB83"/>
                </a:solidFill>
                <a:latin typeface="Cascadia Code" panose="020B0609020000020004" pitchFamily="49" charset="0"/>
                <a:cs typeface="Cascadia Code" panose="020B0609020000020004" pitchFamily="49" charset="0"/>
              </a:rPr>
              <a:t>min</a:t>
            </a:r>
            <a:r>
              <a:rPr lang="en-US">
                <a:solidFill>
                  <a:schemeClr val="bg1"/>
                </a:solidFill>
                <a:latin typeface="Cascadia Code" panose="020B0609020000020004" pitchFamily="49" charset="0"/>
                <a:cs typeface="Cascadia Code" panose="020B0609020000020004" pitchFamily="49" charset="0"/>
              </a:rPr>
              <a:t>(</a:t>
            </a:r>
            <a:r>
              <a:rPr lang="en-US" err="1">
                <a:solidFill>
                  <a:schemeClr val="bg1"/>
                </a:solidFill>
                <a:latin typeface="Cascadia Code" panose="020B0609020000020004" pitchFamily="49" charset="0"/>
                <a:cs typeface="Cascadia Code" panose="020B0609020000020004" pitchFamily="49" charset="0"/>
              </a:rPr>
              <a:t>my_data$x_trial</a:t>
            </a:r>
            <a:r>
              <a:rPr lang="en-US">
                <a:solidFill>
                  <a:schemeClr val="bg1"/>
                </a:solidFill>
                <a:latin typeface="Cascadia Code" panose="020B0609020000020004" pitchFamily="49" charset="0"/>
                <a:cs typeface="Cascadia Code" panose="020B0609020000020004" pitchFamily="49" charset="0"/>
              </a:rPr>
              <a:t>), </a:t>
            </a:r>
            <a:r>
              <a:rPr lang="en-US">
                <a:solidFill>
                  <a:srgbClr val="A5CB83"/>
                </a:solidFill>
                <a:latin typeface="Cascadia Code" panose="020B0609020000020004" pitchFamily="49" charset="0"/>
                <a:cs typeface="Cascadia Code" panose="020B0609020000020004" pitchFamily="49" charset="0"/>
              </a:rPr>
              <a:t>max</a:t>
            </a:r>
            <a:r>
              <a:rPr lang="en-US">
                <a:solidFill>
                  <a:schemeClr val="bg1"/>
                </a:solidFill>
                <a:latin typeface="Cascadia Code" panose="020B0609020000020004" pitchFamily="49" charset="0"/>
                <a:cs typeface="Cascadia Code" panose="020B0609020000020004" pitchFamily="49" charset="0"/>
              </a:rPr>
              <a:t>(</a:t>
            </a:r>
            <a:r>
              <a:rPr lang="en-US" err="1">
                <a:solidFill>
                  <a:schemeClr val="bg1"/>
                </a:solidFill>
                <a:latin typeface="Cascadia Code" panose="020B0609020000020004" pitchFamily="49" charset="0"/>
                <a:cs typeface="Cascadia Code" panose="020B0609020000020004" pitchFamily="49" charset="0"/>
              </a:rPr>
              <a:t>my_data$x_trial</a:t>
            </a:r>
            <a:r>
              <a:rPr lang="en-US">
                <a:solidFill>
                  <a:schemeClr val="bg1"/>
                </a:solidFill>
                <a:latin typeface="Cascadia Code" panose="020B0609020000020004" pitchFamily="49" charset="0"/>
                <a:cs typeface="Cascadia Code" panose="020B0609020000020004" pitchFamily="49" charset="0"/>
              </a:rPr>
              <a:t>), </a:t>
            </a:r>
            <a:r>
              <a:rPr lang="en-US" err="1">
                <a:solidFill>
                  <a:schemeClr val="bg1"/>
                </a:solidFill>
                <a:latin typeface="Cascadia Code" panose="020B0609020000020004" pitchFamily="49" charset="0"/>
                <a:cs typeface="Cascadia Code" panose="020B0609020000020004" pitchFamily="49" charset="0"/>
              </a:rPr>
              <a:t>length.out</a:t>
            </a:r>
            <a:r>
              <a:rPr lang="en-US">
                <a:solidFill>
                  <a:schemeClr val="bg1"/>
                </a:solidFill>
                <a:latin typeface="Cascadia Code" panose="020B0609020000020004" pitchFamily="49" charset="0"/>
                <a:cs typeface="Cascadia Code" panose="020B0609020000020004" pitchFamily="49" charset="0"/>
              </a:rPr>
              <a:t> = </a:t>
            </a:r>
            <a:r>
              <a:rPr lang="en-US">
                <a:solidFill>
                  <a:schemeClr val="accent4">
                    <a:lumMod val="40000"/>
                    <a:lumOff val="60000"/>
                  </a:schemeClr>
                </a:solidFill>
                <a:latin typeface="Cascadia Code" panose="020B0609020000020004" pitchFamily="49" charset="0"/>
                <a:cs typeface="Cascadia Code" panose="020B0609020000020004" pitchFamily="49" charset="0"/>
              </a:rPr>
              <a:t>10</a:t>
            </a:r>
          </a:p>
          <a:p>
            <a:pPr marL="576263" indent="-287338"/>
            <a:r>
              <a:rPr lang="en-US">
                <a:solidFill>
                  <a:schemeClr val="accent4">
                    <a:lumMod val="40000"/>
                    <a:lumOff val="60000"/>
                  </a:schemeClr>
                </a:solidFill>
                <a:latin typeface="Cascadia Code" panose="020B0609020000020004" pitchFamily="49" charset="0"/>
                <a:cs typeface="Cascadia Code" panose="020B0609020000020004" pitchFamily="49" charset="0"/>
              </a:rPr>
              <a:t>		</a:t>
            </a:r>
            <a:r>
              <a:rPr lang="en-US">
                <a:solidFill>
                  <a:schemeClr val="bg1"/>
                </a:solidFill>
                <a:latin typeface="Cascadia Code" panose="020B0609020000020004" pitchFamily="49" charset="0"/>
                <a:cs typeface="Cascadia Code" panose="020B0609020000020004" pitchFamily="49" charset="0"/>
              </a:rPr>
              <a:t>)</a:t>
            </a:r>
          </a:p>
          <a:p>
            <a:pPr marL="576263" indent="-287338"/>
            <a:r>
              <a:rPr lang="en-US">
                <a:solidFill>
                  <a:schemeClr val="bg1"/>
                </a:solidFill>
                <a:latin typeface="Cascadia Code" panose="020B0609020000020004" pitchFamily="49" charset="0"/>
                <a:cs typeface="Cascadia Code" panose="020B0609020000020004" pitchFamily="49" charset="0"/>
              </a:rPr>
              <a:t>	)</a:t>
            </a:r>
          </a:p>
          <a:p>
            <a:pPr marL="576263" indent="-287338"/>
            <a:r>
              <a:rPr lang="en-US">
                <a:solidFill>
                  <a:schemeClr val="bg1"/>
                </a:solidFill>
                <a:latin typeface="Cascadia Code" panose="020B0609020000020004" pitchFamily="49" charset="0"/>
                <a:cs typeface="Cascadia Code" panose="020B0609020000020004" pitchFamily="49" charset="0"/>
              </a:rPr>
              <a:t>)</a:t>
            </a:r>
          </a:p>
        </p:txBody>
      </p:sp>
      <p:sp>
        <p:nvSpPr>
          <p:cNvPr id="10" name="Rectangle 9">
            <a:extLst>
              <a:ext uri="{FF2B5EF4-FFF2-40B4-BE49-F238E27FC236}">
                <a16:creationId xmlns:a16="http://schemas.microsoft.com/office/drawing/2014/main" id="{9C3AE689-AE1D-299B-D7EA-FA6212C7707E}"/>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code</a:t>
            </a:r>
          </a:p>
        </p:txBody>
      </p:sp>
      <p:pic>
        <p:nvPicPr>
          <p:cNvPr id="18" name="Online Image Placeholder 6">
            <a:extLst>
              <a:ext uri="{FF2B5EF4-FFF2-40B4-BE49-F238E27FC236}">
                <a16:creationId xmlns:a16="http://schemas.microsoft.com/office/drawing/2014/main" id="{AB570A33-2909-1891-9604-B15E5072EF38}"/>
              </a:ext>
            </a:extLst>
          </p:cNvPr>
          <p:cNvPicPr>
            <a:picLocks noChangeAspect="1"/>
          </p:cNvPicPr>
          <p:nvPr/>
        </p:nvPicPr>
        <p:blipFill rotWithShape="1">
          <a:blip r:embed="rId3">
            <a:extLst>
              <a:ext uri="{28A0092B-C50C-407E-A947-70E740481C1C}">
                <a14:useLocalDpi xmlns:a14="http://schemas.microsoft.com/office/drawing/2010/main" val="0"/>
              </a:ext>
            </a:extLst>
          </a:blip>
          <a:srcRect l="-47925" t="15868" r="47925" b="16726"/>
          <a:stretch>
            <a:fillRect/>
          </a:stretch>
        </p:blipFill>
        <p:spPr>
          <a:xfrm>
            <a:off x="7408094" y="247006"/>
            <a:ext cx="2156823" cy="898714"/>
          </a:xfrm>
          <a:prstGeom prst="rect">
            <a:avLst/>
          </a:prstGeom>
        </p:spPr>
      </p:pic>
      <p:pic>
        <p:nvPicPr>
          <p:cNvPr id="20" name="Online Image Placeholder 6">
            <a:extLst>
              <a:ext uri="{FF2B5EF4-FFF2-40B4-BE49-F238E27FC236}">
                <a16:creationId xmlns:a16="http://schemas.microsoft.com/office/drawing/2014/main" id="{2D5E40F1-EDEB-64E4-B710-AD6CC1779CF6}"/>
              </a:ext>
            </a:extLst>
          </p:cNvPr>
          <p:cNvPicPr>
            <a:picLocks noChangeAspect="1"/>
          </p:cNvPicPr>
          <p:nvPr/>
        </p:nvPicPr>
        <p:blipFill rotWithShape="1">
          <a:blip r:embed="rId3">
            <a:extLst>
              <a:ext uri="{28A0092B-C50C-407E-A947-70E740481C1C}">
                <a14:useLocalDpi xmlns:a14="http://schemas.microsoft.com/office/drawing/2010/main" val="0"/>
              </a:ext>
            </a:extLst>
          </a:blip>
          <a:srcRect l="80722" t="-1107" r="-719" b="1839"/>
          <a:stretch>
            <a:fillRect/>
          </a:stretch>
        </p:blipFill>
        <p:spPr>
          <a:xfrm rot="16200000">
            <a:off x="10204620" y="-597887"/>
            <a:ext cx="817905" cy="2509938"/>
          </a:xfrm>
          <a:prstGeom prst="rect">
            <a:avLst/>
          </a:prstGeom>
        </p:spPr>
      </p:pic>
      <p:grpSp>
        <p:nvGrpSpPr>
          <p:cNvPr id="6" name="Group 5">
            <a:extLst>
              <a:ext uri="{FF2B5EF4-FFF2-40B4-BE49-F238E27FC236}">
                <a16:creationId xmlns:a16="http://schemas.microsoft.com/office/drawing/2014/main" id="{0670ADFF-19CC-8C46-2447-EAA496D13E66}"/>
              </a:ext>
            </a:extLst>
          </p:cNvPr>
          <p:cNvGrpSpPr/>
          <p:nvPr/>
        </p:nvGrpSpPr>
        <p:grpSpPr>
          <a:xfrm>
            <a:off x="684127" y="1335271"/>
            <a:ext cx="10982850" cy="4940694"/>
            <a:chOff x="684127" y="1335271"/>
            <a:chExt cx="10982850" cy="4940694"/>
          </a:xfrm>
        </p:grpSpPr>
        <p:grpSp>
          <p:nvGrpSpPr>
            <p:cNvPr id="21" name="Group 20">
              <a:extLst>
                <a:ext uri="{FF2B5EF4-FFF2-40B4-BE49-F238E27FC236}">
                  <a16:creationId xmlns:a16="http://schemas.microsoft.com/office/drawing/2014/main" id="{60DFC2B4-F553-D62B-D8B1-5470E6487020}"/>
                </a:ext>
              </a:extLst>
            </p:cNvPr>
            <p:cNvGrpSpPr/>
            <p:nvPr/>
          </p:nvGrpSpPr>
          <p:grpSpPr>
            <a:xfrm>
              <a:off x="684127" y="1335271"/>
              <a:ext cx="10982850" cy="4940694"/>
              <a:chOff x="693335" y="1370131"/>
              <a:chExt cx="10982850" cy="4940694"/>
            </a:xfrm>
          </p:grpSpPr>
          <p:grpSp>
            <p:nvGrpSpPr>
              <p:cNvPr id="15" name="Group 14">
                <a:extLst>
                  <a:ext uri="{FF2B5EF4-FFF2-40B4-BE49-F238E27FC236}">
                    <a16:creationId xmlns:a16="http://schemas.microsoft.com/office/drawing/2014/main" id="{5CCD66A3-9034-AD9F-500B-2FE7F80BC3A5}"/>
                  </a:ext>
                </a:extLst>
              </p:cNvPr>
              <p:cNvGrpSpPr/>
              <p:nvPr/>
            </p:nvGrpSpPr>
            <p:grpSpPr>
              <a:xfrm>
                <a:off x="693335" y="1370131"/>
                <a:ext cx="10982850" cy="4940694"/>
                <a:chOff x="693335" y="1370131"/>
                <a:chExt cx="10982850" cy="4940694"/>
              </a:xfrm>
            </p:grpSpPr>
            <p:sp>
              <p:nvSpPr>
                <p:cNvPr id="13" name="Rectangle 12">
                  <a:extLst>
                    <a:ext uri="{FF2B5EF4-FFF2-40B4-BE49-F238E27FC236}">
                      <a16:creationId xmlns:a16="http://schemas.microsoft.com/office/drawing/2014/main" id="{83DFD4BC-EA80-DBDB-15CA-1FBD9B0438D9}"/>
                    </a:ext>
                  </a:extLst>
                </p:cNvPr>
                <p:cNvSpPr/>
                <p:nvPr/>
              </p:nvSpPr>
              <p:spPr>
                <a:xfrm>
                  <a:off x="693335" y="2461846"/>
                  <a:ext cx="10982850" cy="38489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569913" indent="-280988"/>
                  <a:endParaRPr lang="en-US">
                    <a:solidFill>
                      <a:schemeClr val="bg2">
                        <a:lumMod val="75000"/>
                      </a:schemeClr>
                    </a:solidFill>
                    <a:latin typeface="Cascadia Code" panose="020B0609020000020004" pitchFamily="49" charset="0"/>
                    <a:cs typeface="Cascadia Code" panose="020B0609020000020004" pitchFamily="49" charset="0"/>
                  </a:endParaRPr>
                </a:p>
              </p:txBody>
            </p:sp>
            <p:sp>
              <p:nvSpPr>
                <p:cNvPr id="5" name="Rectangle 4">
                  <a:extLst>
                    <a:ext uri="{FF2B5EF4-FFF2-40B4-BE49-F238E27FC236}">
                      <a16:creationId xmlns:a16="http://schemas.microsoft.com/office/drawing/2014/main" id="{6371C547-0D99-780F-C7E3-65A6BFF1C81D}"/>
                    </a:ext>
                  </a:extLst>
                </p:cNvPr>
                <p:cNvSpPr/>
                <p:nvPr/>
              </p:nvSpPr>
              <p:spPr>
                <a:xfrm>
                  <a:off x="838199" y="1370131"/>
                  <a:ext cx="6431738" cy="1524092"/>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569913" indent="-280988"/>
                  <a:r>
                    <a:rPr lang="en-US">
                      <a:solidFill>
                        <a:schemeClr val="bg1"/>
                      </a:solidFill>
                      <a:latin typeface="Cascadia Code" panose="020B0609020000020004" pitchFamily="49" charset="0"/>
                      <a:cs typeface="Cascadia Code" panose="020B0609020000020004" pitchFamily="49" charset="0"/>
                    </a:rPr>
                    <a:t>preds |&gt;</a:t>
                  </a:r>
                  <a:endParaRPr lang="en-US">
                    <a:solidFill>
                      <a:schemeClr val="bg2">
                        <a:lumMod val="75000"/>
                      </a:schemeClr>
                    </a:solidFill>
                    <a:latin typeface="Cascadia Code" panose="020B0609020000020004" pitchFamily="49" charset="0"/>
                    <a:cs typeface="Cascadia Code" panose="020B0609020000020004" pitchFamily="49" charset="0"/>
                  </a:endParaRPr>
                </a:p>
                <a:p>
                  <a:pPr marL="569913" indent="-280988"/>
                  <a:r>
                    <a:rPr lang="en-US">
                      <a:solidFill>
                        <a:schemeClr val="bg1"/>
                      </a:solidFill>
                      <a:latin typeface="Cascadia Code" panose="020B0609020000020004" pitchFamily="49" charset="0"/>
                      <a:cs typeface="Cascadia Code" panose="020B0609020000020004" pitchFamily="49" charset="0"/>
                    </a:rPr>
                    <a:t>	</a:t>
                  </a:r>
                  <a:r>
                    <a:rPr lang="en-US" err="1">
                      <a:solidFill>
                        <a:srgbClr val="A5CB83"/>
                      </a:solidFill>
                      <a:latin typeface="Cascadia Code" panose="020B0609020000020004" pitchFamily="49" charset="0"/>
                      <a:cs typeface="Cascadia Code" panose="020B0609020000020004" pitchFamily="49" charset="0"/>
                    </a:rPr>
                    <a:t>ggplot</a:t>
                  </a:r>
                  <a:r>
                    <a:rPr lang="en-US">
                      <a:solidFill>
                        <a:schemeClr val="bg1"/>
                      </a:solidFill>
                      <a:latin typeface="Cascadia Code" panose="020B0609020000020004" pitchFamily="49" charset="0"/>
                      <a:cs typeface="Cascadia Code" panose="020B0609020000020004" pitchFamily="49" charset="0"/>
                    </a:rPr>
                    <a:t>(</a:t>
                  </a:r>
                  <a:r>
                    <a:rPr lang="en-US" err="1">
                      <a:solidFill>
                        <a:srgbClr val="A5CB83"/>
                      </a:solidFill>
                      <a:latin typeface="Cascadia Code" panose="020B0609020000020004" pitchFamily="49" charset="0"/>
                      <a:cs typeface="Cascadia Code" panose="020B0609020000020004" pitchFamily="49" charset="0"/>
                    </a:rPr>
                    <a:t>aes</a:t>
                  </a:r>
                  <a:r>
                    <a:rPr lang="en-US">
                      <a:solidFill>
                        <a:schemeClr val="bg1"/>
                      </a:solidFill>
                      <a:latin typeface="Cascadia Code" panose="020B0609020000020004" pitchFamily="49" charset="0"/>
                      <a:cs typeface="Cascadia Code" panose="020B0609020000020004" pitchFamily="49" charset="0"/>
                    </a:rPr>
                    <a:t>(x = x_age, y = </a:t>
                  </a:r>
                  <a:r>
                    <a:rPr lang="en-US" err="1">
                      <a:solidFill>
                        <a:schemeClr val="bg1"/>
                      </a:solidFill>
                      <a:latin typeface="Cascadia Code" panose="020B0609020000020004" pitchFamily="49" charset="0"/>
                      <a:cs typeface="Cascadia Code" panose="020B0609020000020004" pitchFamily="49" charset="0"/>
                    </a:rPr>
                    <a:t>x_trial</a:t>
                  </a:r>
                  <a:r>
                    <a:rPr lang="en-US">
                      <a:solidFill>
                        <a:schemeClr val="bg1"/>
                      </a:solidFill>
                      <a:latin typeface="Cascadia Code" panose="020B0609020000020004" pitchFamily="49" charset="0"/>
                      <a:cs typeface="Cascadia Code" panose="020B0609020000020004" pitchFamily="49" charset="0"/>
                    </a:rPr>
                    <a:t>)) + </a:t>
                  </a:r>
                </a:p>
                <a:p>
                  <a:pPr marL="569913" indent="-280988"/>
                  <a:r>
                    <a:rPr lang="en-US">
                      <a:solidFill>
                        <a:schemeClr val="bg1"/>
                      </a:solidFill>
                      <a:latin typeface="Cascadia Code" panose="020B0609020000020004" pitchFamily="49" charset="0"/>
                      <a:cs typeface="Cascadia Code" panose="020B0609020000020004" pitchFamily="49" charset="0"/>
                    </a:rPr>
                    <a:t>	</a:t>
                  </a:r>
                  <a:r>
                    <a:rPr lang="en-US" err="1">
                      <a:solidFill>
                        <a:srgbClr val="A5CB83"/>
                      </a:solidFill>
                      <a:latin typeface="Cascadia Code" panose="020B0609020000020004" pitchFamily="49" charset="0"/>
                      <a:cs typeface="Cascadia Code" panose="020B0609020000020004" pitchFamily="49" charset="0"/>
                    </a:rPr>
                    <a:t>geom_tile</a:t>
                  </a:r>
                  <a:r>
                    <a:rPr lang="en-US">
                      <a:solidFill>
                        <a:schemeClr val="bg1"/>
                      </a:solidFill>
                      <a:latin typeface="Cascadia Code" panose="020B0609020000020004" pitchFamily="49" charset="0"/>
                      <a:cs typeface="Cascadia Code" panose="020B0609020000020004" pitchFamily="49" charset="0"/>
                    </a:rPr>
                    <a:t>(</a:t>
                  </a:r>
                  <a:r>
                    <a:rPr lang="en-US" err="1">
                      <a:solidFill>
                        <a:srgbClr val="A5CB83"/>
                      </a:solidFill>
                      <a:latin typeface="Cascadia Code" panose="020B0609020000020004" pitchFamily="49" charset="0"/>
                      <a:cs typeface="Cascadia Code" panose="020B0609020000020004" pitchFamily="49" charset="0"/>
                    </a:rPr>
                    <a:t>aes</a:t>
                  </a:r>
                  <a:r>
                    <a:rPr lang="en-US">
                      <a:solidFill>
                        <a:schemeClr val="bg1"/>
                      </a:solidFill>
                      <a:latin typeface="Cascadia Code" panose="020B0609020000020004" pitchFamily="49" charset="0"/>
                      <a:cs typeface="Cascadia Code" panose="020B0609020000020004" pitchFamily="49" charset="0"/>
                    </a:rPr>
                    <a:t>(fill = estimate)) + </a:t>
                  </a:r>
                </a:p>
                <a:p>
                  <a:pPr marL="569913" indent="-280988"/>
                  <a:r>
                    <a:rPr lang="en-US">
                      <a:solidFill>
                        <a:schemeClr val="bg1"/>
                      </a:solidFill>
                      <a:latin typeface="Cascadia Code" panose="020B0609020000020004" pitchFamily="49" charset="0"/>
                      <a:cs typeface="Cascadia Code" panose="020B0609020000020004" pitchFamily="49" charset="0"/>
                    </a:rPr>
                    <a:t>	</a:t>
                  </a:r>
                  <a:r>
                    <a:rPr lang="en-US" err="1">
                      <a:solidFill>
                        <a:srgbClr val="A5CB83"/>
                      </a:solidFill>
                      <a:latin typeface="Cascadia Code" panose="020B0609020000020004" pitchFamily="49" charset="0"/>
                      <a:cs typeface="Cascadia Code" panose="020B0609020000020004" pitchFamily="49" charset="0"/>
                    </a:rPr>
                    <a:t>facet_wrap</a:t>
                  </a:r>
                  <a:r>
                    <a:rPr lang="en-US">
                      <a:solidFill>
                        <a:schemeClr val="bg1"/>
                      </a:solidFill>
                      <a:latin typeface="Cascadia Code" panose="020B0609020000020004" pitchFamily="49" charset="0"/>
                      <a:cs typeface="Cascadia Code" panose="020B0609020000020004" pitchFamily="49" charset="0"/>
                    </a:rPr>
                    <a:t>(~ condition) +</a:t>
                  </a:r>
                </a:p>
                <a:p>
                  <a:pPr marL="569913" indent="-280988"/>
                  <a:r>
                    <a:rPr lang="en-US">
                      <a:solidFill>
                        <a:schemeClr val="bg1"/>
                      </a:solidFill>
                      <a:latin typeface="Cascadia Code" panose="020B0609020000020004" pitchFamily="49" charset="0"/>
                      <a:cs typeface="Cascadia Code" panose="020B0609020000020004" pitchFamily="49" charset="0"/>
                    </a:rPr>
                    <a:t>	</a:t>
                  </a:r>
                  <a:r>
                    <a:rPr lang="en-US" err="1">
                      <a:solidFill>
                        <a:schemeClr val="bg2">
                          <a:lumMod val="75000"/>
                        </a:schemeClr>
                      </a:solidFill>
                      <a:latin typeface="Cascadia Code" panose="020B0609020000020004" pitchFamily="49" charset="0"/>
                      <a:cs typeface="Cascadia Code" panose="020B0609020000020004" pitchFamily="49" charset="0"/>
                    </a:rPr>
                    <a:t>theme_stuff</a:t>
                  </a:r>
                  <a:r>
                    <a:rPr lang="en-US">
                      <a:solidFill>
                        <a:schemeClr val="bg2">
                          <a:lumMod val="75000"/>
                        </a:schemeClr>
                      </a:solidFill>
                      <a:latin typeface="Cascadia Code" panose="020B0609020000020004" pitchFamily="49" charset="0"/>
                      <a:cs typeface="Cascadia Code" panose="020B0609020000020004" pitchFamily="49" charset="0"/>
                    </a:rPr>
                    <a:t>()</a:t>
                  </a:r>
                </a:p>
              </p:txBody>
            </p:sp>
            <p:sp>
              <p:nvSpPr>
                <p:cNvPr id="12" name="Rectangle 11">
                  <a:extLst>
                    <a:ext uri="{FF2B5EF4-FFF2-40B4-BE49-F238E27FC236}">
                      <a16:creationId xmlns:a16="http://schemas.microsoft.com/office/drawing/2014/main" id="{B34FEBA4-2D32-8C23-D9DA-AEBE299F1FFF}"/>
                    </a:ext>
                  </a:extLst>
                </p:cNvPr>
                <p:cNvSpPr/>
                <p:nvPr/>
              </p:nvSpPr>
              <p:spPr>
                <a:xfrm>
                  <a:off x="4772039" y="2531571"/>
                  <a:ext cx="6520070" cy="3762575"/>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endParaRPr lang="en-US">
                    <a:latin typeface="Cascadia Code" panose="020B0609020000020004" pitchFamily="49" charset="0"/>
                    <a:cs typeface="Cascadia Code" panose="020B0609020000020004" pitchFamily="49" charset="0"/>
                  </a:endParaRPr>
                </a:p>
              </p:txBody>
            </p:sp>
            <p:sp>
              <p:nvSpPr>
                <p:cNvPr id="14" name="Rectangle 13">
                  <a:extLst>
                    <a:ext uri="{FF2B5EF4-FFF2-40B4-BE49-F238E27FC236}">
                      <a16:creationId xmlns:a16="http://schemas.microsoft.com/office/drawing/2014/main" id="{CF47A801-FC70-75AF-FE71-2DDC80F27801}"/>
                    </a:ext>
                  </a:extLst>
                </p:cNvPr>
                <p:cNvSpPr/>
                <p:nvPr/>
              </p:nvSpPr>
              <p:spPr>
                <a:xfrm>
                  <a:off x="9923822" y="2132177"/>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output</a:t>
                  </a:r>
                </a:p>
              </p:txBody>
            </p:sp>
          </p:grpSp>
          <p:sp>
            <p:nvSpPr>
              <p:cNvPr id="19" name="Rectangle 18">
                <a:extLst>
                  <a:ext uri="{FF2B5EF4-FFF2-40B4-BE49-F238E27FC236}">
                    <a16:creationId xmlns:a16="http://schemas.microsoft.com/office/drawing/2014/main" id="{9F7A3586-CE1D-152A-839C-F63628CAD607}"/>
                  </a:ext>
                </a:extLst>
              </p:cNvPr>
              <p:cNvSpPr/>
              <p:nvPr/>
            </p:nvSpPr>
            <p:spPr>
              <a:xfrm>
                <a:off x="838198" y="2889448"/>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code</a:t>
                </a:r>
              </a:p>
            </p:txBody>
          </p:sp>
        </p:grpSp>
        <p:pic>
          <p:nvPicPr>
            <p:cNvPr id="7" name="Picture 6">
              <a:extLst>
                <a:ext uri="{FF2B5EF4-FFF2-40B4-BE49-F238E27FC236}">
                  <a16:creationId xmlns:a16="http://schemas.microsoft.com/office/drawing/2014/main" id="{1BC894C0-58B5-D489-450D-4038FD9C23B9}"/>
                </a:ext>
              </a:extLst>
            </p:cNvPr>
            <p:cNvPicPr>
              <a:picLocks noChangeAspect="1"/>
            </p:cNvPicPr>
            <p:nvPr/>
          </p:nvPicPr>
          <p:blipFill rotWithShape="1">
            <a:blip r:embed="rId4">
              <a:extLst>
                <a:ext uri="{28A0092B-C50C-407E-A947-70E740481C1C}">
                  <a14:useLocalDpi xmlns:a14="http://schemas.microsoft.com/office/drawing/2010/main" val="0"/>
                </a:ext>
              </a:extLst>
            </a:blip>
            <a:srcRect l="-216" t="13210" r="914" b="12676"/>
            <a:stretch>
              <a:fillRect/>
            </a:stretch>
          </p:blipFill>
          <p:spPr>
            <a:xfrm>
              <a:off x="4834393" y="2579588"/>
              <a:ext cx="6376946" cy="3569487"/>
            </a:xfrm>
            <a:prstGeom prst="rect">
              <a:avLst/>
            </a:prstGeom>
          </p:spPr>
        </p:pic>
      </p:grpSp>
    </p:spTree>
    <p:extLst>
      <p:ext uri="{BB962C8B-B14F-4D97-AF65-F5344CB8AC3E}">
        <p14:creationId xmlns:p14="http://schemas.microsoft.com/office/powerpoint/2010/main" val="219782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A518C9-1030-078E-8A13-4A4798C91016}"/>
              </a:ext>
            </a:extLst>
          </p:cNvPr>
          <p:cNvSpPr>
            <a:spLocks noGrp="1"/>
          </p:cNvSpPr>
          <p:nvPr>
            <p:ph idx="1"/>
          </p:nvPr>
        </p:nvSpPr>
        <p:spPr/>
        <p:txBody>
          <a:bodyPr>
            <a:normAutofit/>
          </a:bodyPr>
          <a:lstStyle/>
          <a:p>
            <a:r>
              <a:rPr lang="en-US" dirty="0"/>
              <a:t>These functions can also produce marginal effects and </a:t>
            </a:r>
            <a:r>
              <a:rPr lang="en-US" dirty="0" err="1"/>
              <a:t>constrasts</a:t>
            </a:r>
            <a:r>
              <a:rPr lang="en-US" dirty="0"/>
              <a:t> for Bayesian models, carrying forward posterior uncertainty</a:t>
            </a:r>
          </a:p>
          <a:p>
            <a:r>
              <a:rPr lang="en-US" dirty="0"/>
              <a:t>Also do extra random effects handling either setting to zero or (</a:t>
            </a:r>
            <a:r>
              <a:rPr lang="en-US" dirty="0">
                <a:latin typeface="Cascadia Code" panose="020B0609020000020004" pitchFamily="49" charset="0"/>
                <a:cs typeface="Cascadia Code" panose="020B0609020000020004" pitchFamily="49" charset="0"/>
              </a:rPr>
              <a:t>EMM</a:t>
            </a:r>
            <a:r>
              <a:rPr lang="en-US" dirty="0"/>
              <a:t>) integrating them out (</a:t>
            </a:r>
            <a:r>
              <a:rPr lang="en-US" dirty="0">
                <a:latin typeface="Cascadia Code" panose="020B0609020000020004" pitchFamily="49" charset="0"/>
                <a:cs typeface="Cascadia Code" panose="020B0609020000020004" pitchFamily="49" charset="0"/>
              </a:rPr>
              <a:t>ME</a:t>
            </a:r>
            <a:r>
              <a:rPr lang="en-US" dirty="0"/>
              <a:t>)</a:t>
            </a:r>
          </a:p>
        </p:txBody>
      </p:sp>
      <p:sp>
        <p:nvSpPr>
          <p:cNvPr id="3" name="Title 2">
            <a:extLst>
              <a:ext uri="{FF2B5EF4-FFF2-40B4-BE49-F238E27FC236}">
                <a16:creationId xmlns:a16="http://schemas.microsoft.com/office/drawing/2014/main" id="{660BA2A8-E54B-2CF7-50B0-DC0557315E88}"/>
              </a:ext>
            </a:extLst>
          </p:cNvPr>
          <p:cNvSpPr>
            <a:spLocks noGrp="1"/>
          </p:cNvSpPr>
          <p:nvPr>
            <p:ph type="ctrTitle"/>
          </p:nvPr>
        </p:nvSpPr>
        <p:spPr/>
        <p:txBody>
          <a:bodyPr/>
          <a:lstStyle/>
          <a:p>
            <a:r>
              <a:rPr lang="en-US"/>
              <a:t>Extras</a:t>
            </a:r>
          </a:p>
        </p:txBody>
      </p:sp>
      <p:sp>
        <p:nvSpPr>
          <p:cNvPr id="4" name="Date Placeholder 3">
            <a:extLst>
              <a:ext uri="{FF2B5EF4-FFF2-40B4-BE49-F238E27FC236}">
                <a16:creationId xmlns:a16="http://schemas.microsoft.com/office/drawing/2014/main" id="{DEEF81C2-45DB-8AB2-798C-E27B10F649DF}"/>
              </a:ext>
            </a:extLst>
          </p:cNvPr>
          <p:cNvSpPr>
            <a:spLocks noGrp="1"/>
          </p:cNvSpPr>
          <p:nvPr>
            <p:ph type="dt" sz="half" idx="10"/>
          </p:nvPr>
        </p:nvSpPr>
        <p:spPr/>
        <p:txBody>
          <a:bodyPr/>
          <a:lstStyle/>
          <a:p>
            <a:fld id="{403F6159-7C2D-49AA-BA55-C4F81030DC8C}" type="datetime1">
              <a:rPr lang="en-US" smtClean="0"/>
              <a:pPr/>
              <a:t>10/7/2026</a:t>
            </a:fld>
            <a:endParaRPr lang="en-US" i="1"/>
          </a:p>
        </p:txBody>
      </p:sp>
      <p:pic>
        <p:nvPicPr>
          <p:cNvPr id="7" name="Online Image Placeholder 6">
            <a:extLst>
              <a:ext uri="{FF2B5EF4-FFF2-40B4-BE49-F238E27FC236}">
                <a16:creationId xmlns:a16="http://schemas.microsoft.com/office/drawing/2014/main" id="{5107D347-5FA6-508C-8812-9F9804AEE80B}"/>
              </a:ext>
            </a:extLst>
          </p:cNvPr>
          <p:cNvPicPr>
            <a:picLocks noGrp="1" noChangeAspect="1"/>
          </p:cNvPicPr>
          <p:nvPr>
            <p:ph type="clipArt" sz="quarter" idx="12"/>
          </p:nvPr>
        </p:nvPicPr>
        <p:blipFill>
          <a:blip>
            <a:extLst>
              <a:ext uri="{96DAC541-7B7A-43D3-8B79-37D633B846F1}">
                <asvg:svgBlip xmlns:asvg="http://schemas.microsoft.com/office/drawing/2016/SVG/main" r:embed="rId2"/>
              </a:ext>
            </a:extLst>
          </a:blip>
          <a:stretch>
            <a:fillRect/>
          </a:stretch>
        </p:blipFill>
        <p:spPr>
          <a:xfrm>
            <a:off x="6096000" y="2410548"/>
            <a:ext cx="5257800" cy="2775092"/>
          </a:xfrm>
          <a:prstGeom prst="rect">
            <a:avLst/>
          </a:prstGeom>
        </p:spPr>
      </p:pic>
    </p:spTree>
    <p:extLst>
      <p:ext uri="{BB962C8B-B14F-4D97-AF65-F5344CB8AC3E}">
        <p14:creationId xmlns:p14="http://schemas.microsoft.com/office/powerpoint/2010/main" val="14313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5DB33-A34C-1905-8D73-E14398C4B3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0C8788-0096-81B2-7DD3-38CEB3ACB721}"/>
              </a:ext>
            </a:extLst>
          </p:cNvPr>
          <p:cNvSpPr>
            <a:spLocks noGrp="1"/>
          </p:cNvSpPr>
          <p:nvPr>
            <p:ph idx="1"/>
          </p:nvPr>
        </p:nvSpPr>
        <p:spPr/>
        <p:txBody>
          <a:bodyPr>
            <a:normAutofit/>
          </a:bodyPr>
          <a:lstStyle/>
          <a:p>
            <a:r>
              <a:rPr lang="en-US" sz="2400" dirty="0"/>
              <a:t>Contrast treatment conditions but as Bayesian posteriors</a:t>
            </a:r>
          </a:p>
        </p:txBody>
      </p:sp>
      <p:sp>
        <p:nvSpPr>
          <p:cNvPr id="3" name="Title 2">
            <a:extLst>
              <a:ext uri="{FF2B5EF4-FFF2-40B4-BE49-F238E27FC236}">
                <a16:creationId xmlns:a16="http://schemas.microsoft.com/office/drawing/2014/main" id="{07643235-6E16-3426-FF41-4E62C2F80C7D}"/>
              </a:ext>
            </a:extLst>
          </p:cNvPr>
          <p:cNvSpPr>
            <a:spLocks noGrp="1"/>
          </p:cNvSpPr>
          <p:nvPr>
            <p:ph type="ctrTitle"/>
          </p:nvPr>
        </p:nvSpPr>
        <p:spPr/>
        <p:txBody>
          <a:bodyPr/>
          <a:lstStyle/>
          <a:p>
            <a:r>
              <a:rPr lang="en-US" dirty="0"/>
              <a:t>Bayesian</a:t>
            </a:r>
          </a:p>
        </p:txBody>
      </p:sp>
      <p:sp>
        <p:nvSpPr>
          <p:cNvPr id="4" name="Date Placeholder 3">
            <a:extLst>
              <a:ext uri="{FF2B5EF4-FFF2-40B4-BE49-F238E27FC236}">
                <a16:creationId xmlns:a16="http://schemas.microsoft.com/office/drawing/2014/main" id="{C253D98F-75D8-1A77-4357-7EB3154994C6}"/>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8" name="Rectangle 7">
            <a:extLst>
              <a:ext uri="{FF2B5EF4-FFF2-40B4-BE49-F238E27FC236}">
                <a16:creationId xmlns:a16="http://schemas.microsoft.com/office/drawing/2014/main" id="{7497710E-EC43-2D41-12DD-18CFCD5BF91D}"/>
              </a:ext>
            </a:extLst>
          </p:cNvPr>
          <p:cNvSpPr/>
          <p:nvPr/>
        </p:nvSpPr>
        <p:spPr>
          <a:xfrm>
            <a:off x="838201" y="2659972"/>
            <a:ext cx="4822370" cy="2963588"/>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6263" indent="-287338"/>
            <a:r>
              <a:rPr lang="en-US" dirty="0">
                <a:solidFill>
                  <a:schemeClr val="bg1"/>
                </a:solidFill>
                <a:latin typeface="Cascadia Code" panose="020B0609020000020004" pitchFamily="49" charset="0"/>
                <a:cs typeface="Cascadia Code" panose="020B0609020000020004" pitchFamily="49" charset="0"/>
              </a:rPr>
              <a:t>preds &lt;- </a:t>
            </a:r>
            <a:r>
              <a:rPr lang="en-US" dirty="0">
                <a:solidFill>
                  <a:srgbClr val="A5CB83"/>
                </a:solidFill>
                <a:latin typeface="Cascadia Code" panose="020B0609020000020004" pitchFamily="49" charset="0"/>
                <a:cs typeface="Cascadia Code" panose="020B0609020000020004" pitchFamily="49" charset="0"/>
              </a:rPr>
              <a:t>predictions</a:t>
            </a:r>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brm_model</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newdata</a:t>
            </a:r>
            <a:r>
              <a:rPr lang="en-US" dirty="0">
                <a:solidFill>
                  <a:schemeClr val="bg1"/>
                </a:solidFill>
                <a:latin typeface="Cascadia Code" panose="020B0609020000020004" pitchFamily="49" charset="0"/>
                <a:cs typeface="Cascadia Code" panose="020B0609020000020004" pitchFamily="49" charset="0"/>
              </a:rPr>
              <a:t> = </a:t>
            </a:r>
            <a:r>
              <a:rPr lang="en-US" dirty="0" err="1">
                <a:solidFill>
                  <a:srgbClr val="A5CB83"/>
                </a:solidFill>
                <a:latin typeface="Cascadia Code" panose="020B0609020000020004" pitchFamily="49" charset="0"/>
                <a:cs typeface="Cascadia Code" panose="020B0609020000020004" pitchFamily="49" charset="0"/>
              </a:rPr>
              <a:t>datagrid</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condition = </a:t>
            </a:r>
            <a:r>
              <a:rPr lang="en-US" dirty="0">
                <a:solidFill>
                  <a:srgbClr val="A5CB83"/>
                </a:solidFill>
                <a:latin typeface="Cascadia Code" panose="020B0609020000020004" pitchFamily="49" charset="0"/>
                <a:cs typeface="Cascadia Code" panose="020B0609020000020004" pitchFamily="49" charset="0"/>
              </a:rPr>
              <a:t>unique</a:t>
            </a:r>
          </a:p>
          <a:p>
            <a:pPr marL="576263" indent="-287338"/>
            <a:r>
              <a:rPr lang="en-US" dirty="0">
                <a:solidFill>
                  <a:schemeClr val="bg1"/>
                </a:solidFill>
                <a:latin typeface="Cascadia Code" panose="020B0609020000020004" pitchFamily="49" charset="0"/>
                <a:cs typeface="Cascadia Code" panose="020B0609020000020004" pitchFamily="49" charset="0"/>
              </a:rPr>
              <a:t>	),</a:t>
            </a:r>
          </a:p>
          <a:p>
            <a:pPr marL="576263" indent="-287338"/>
            <a:r>
              <a:rPr lang="en-US" dirty="0">
                <a:solidFill>
                  <a:schemeClr val="bg1"/>
                </a:solidFill>
                <a:latin typeface="Cascadia Code" panose="020B0609020000020004" pitchFamily="49" charset="0"/>
                <a:cs typeface="Cascadia Code" panose="020B0609020000020004" pitchFamily="49" charset="0"/>
              </a:rPr>
              <a:t>	by = </a:t>
            </a:r>
            <a:r>
              <a:rPr lang="en-US" dirty="0">
                <a:solidFill>
                  <a:srgbClr val="FFFF99"/>
                </a:solidFill>
                <a:latin typeface="Cascadia Code" panose="020B0609020000020004" pitchFamily="49" charset="0"/>
                <a:cs typeface="Cascadia Code" panose="020B0609020000020004" pitchFamily="49" charset="0"/>
              </a:rPr>
              <a:t>'condition'</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re_formula</a:t>
            </a:r>
            <a:r>
              <a:rPr lang="en-US" dirty="0">
                <a:solidFill>
                  <a:schemeClr val="bg1"/>
                </a:solidFill>
                <a:latin typeface="Cascadia Code" panose="020B0609020000020004" pitchFamily="49" charset="0"/>
                <a:cs typeface="Cascadia Code" panose="020B0609020000020004" pitchFamily="49" charset="0"/>
              </a:rPr>
              <a:t> = </a:t>
            </a:r>
            <a:r>
              <a:rPr lang="en-US" dirty="0">
                <a:solidFill>
                  <a:schemeClr val="accent5">
                    <a:lumMod val="40000"/>
                    <a:lumOff val="60000"/>
                  </a:schemeClr>
                </a:solidFill>
                <a:latin typeface="Cascadia Code" panose="020B0609020000020004" pitchFamily="49" charset="0"/>
                <a:cs typeface="Cascadia Code" panose="020B0609020000020004" pitchFamily="49" charset="0"/>
              </a:rPr>
              <a:t>NULL</a:t>
            </a:r>
          </a:p>
          <a:p>
            <a:pPr marL="576263" indent="-287338"/>
            <a:r>
              <a:rPr lang="en-US" dirty="0">
                <a:solidFill>
                  <a:schemeClr val="bg1"/>
                </a:solidFill>
                <a:latin typeface="Cascadia Code" panose="020B0609020000020004" pitchFamily="49" charset="0"/>
                <a:cs typeface="Cascadia Code" panose="020B0609020000020004" pitchFamily="49" charset="0"/>
              </a:rPr>
              <a:t>) |&gt;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posterior_draws</a:t>
            </a:r>
            <a:r>
              <a:rPr lang="en-US" dirty="0">
                <a:solidFill>
                  <a:schemeClr val="bg1"/>
                </a:solidFill>
                <a:latin typeface="Cascadia Code" panose="020B0609020000020004" pitchFamily="49" charset="0"/>
                <a:cs typeface="Cascadia Code" panose="020B0609020000020004" pitchFamily="49" charset="0"/>
              </a:rPr>
              <a:t>()</a:t>
            </a:r>
          </a:p>
        </p:txBody>
      </p:sp>
      <p:sp>
        <p:nvSpPr>
          <p:cNvPr id="10" name="Rectangle 9">
            <a:extLst>
              <a:ext uri="{FF2B5EF4-FFF2-40B4-BE49-F238E27FC236}">
                <a16:creationId xmlns:a16="http://schemas.microsoft.com/office/drawing/2014/main" id="{8B4244E2-967B-86E8-C67F-8C211B7EFD75}"/>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code</a:t>
            </a:r>
          </a:p>
        </p:txBody>
      </p:sp>
      <p:sp>
        <p:nvSpPr>
          <p:cNvPr id="12" name="Rectangle 11">
            <a:extLst>
              <a:ext uri="{FF2B5EF4-FFF2-40B4-BE49-F238E27FC236}">
                <a16:creationId xmlns:a16="http://schemas.microsoft.com/office/drawing/2014/main" id="{395B8D7B-6953-6C54-9914-3E650C919476}"/>
              </a:ext>
            </a:extLst>
          </p:cNvPr>
          <p:cNvSpPr/>
          <p:nvPr/>
        </p:nvSpPr>
        <p:spPr>
          <a:xfrm>
            <a:off x="6096000" y="2113726"/>
            <a:ext cx="5257799" cy="423559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endParaRPr lang="en-US">
              <a:latin typeface="Cascadia Code" panose="020B0609020000020004" pitchFamily="49" charset="0"/>
              <a:cs typeface="Cascadia Code" panose="020B0609020000020004" pitchFamily="49" charset="0"/>
            </a:endParaRPr>
          </a:p>
        </p:txBody>
      </p:sp>
      <p:sp>
        <p:nvSpPr>
          <p:cNvPr id="14" name="Rectangle 13">
            <a:extLst>
              <a:ext uri="{FF2B5EF4-FFF2-40B4-BE49-F238E27FC236}">
                <a16:creationId xmlns:a16="http://schemas.microsoft.com/office/drawing/2014/main" id="{D5A0FB6C-82E1-9F95-1BD2-61ECF4506C46}"/>
              </a:ext>
            </a:extLst>
          </p:cNvPr>
          <p:cNvSpPr/>
          <p:nvPr/>
        </p:nvSpPr>
        <p:spPr>
          <a:xfrm>
            <a:off x="9985514" y="1713251"/>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output</a:t>
            </a:r>
          </a:p>
        </p:txBody>
      </p:sp>
      <p:grpSp>
        <p:nvGrpSpPr>
          <p:cNvPr id="9" name="Group 8">
            <a:extLst>
              <a:ext uri="{FF2B5EF4-FFF2-40B4-BE49-F238E27FC236}">
                <a16:creationId xmlns:a16="http://schemas.microsoft.com/office/drawing/2014/main" id="{2857186F-488F-A65A-07DE-4E42C7A02677}"/>
              </a:ext>
            </a:extLst>
          </p:cNvPr>
          <p:cNvGrpSpPr/>
          <p:nvPr/>
        </p:nvGrpSpPr>
        <p:grpSpPr>
          <a:xfrm>
            <a:off x="838199" y="2210415"/>
            <a:ext cx="10413142" cy="4049245"/>
            <a:chOff x="838199" y="2206899"/>
            <a:chExt cx="10413142" cy="4049245"/>
          </a:xfrm>
        </p:grpSpPr>
        <p:sp>
          <p:nvSpPr>
            <p:cNvPr id="5" name="Rectangle 4">
              <a:extLst>
                <a:ext uri="{FF2B5EF4-FFF2-40B4-BE49-F238E27FC236}">
                  <a16:creationId xmlns:a16="http://schemas.microsoft.com/office/drawing/2014/main" id="{AA096575-548B-08B2-10BF-DADE911F0749}"/>
                </a:ext>
              </a:extLst>
            </p:cNvPr>
            <p:cNvSpPr/>
            <p:nvPr/>
          </p:nvSpPr>
          <p:spPr>
            <a:xfrm>
              <a:off x="838199" y="2659972"/>
              <a:ext cx="5257799" cy="2963588"/>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69913" indent="-280988"/>
              <a:r>
                <a:rPr lang="en-US">
                  <a:solidFill>
                    <a:schemeClr val="bg1"/>
                  </a:solidFill>
                  <a:latin typeface="Cascadia Code" panose="020B0609020000020004" pitchFamily="49" charset="0"/>
                  <a:cs typeface="Cascadia Code" panose="020B0609020000020004" pitchFamily="49" charset="0"/>
                </a:rPr>
                <a:t>preds |&gt;</a:t>
              </a:r>
              <a:endParaRPr lang="en-US">
                <a:solidFill>
                  <a:schemeClr val="bg2">
                    <a:lumMod val="75000"/>
                  </a:schemeClr>
                </a:solidFill>
                <a:latin typeface="Cascadia Code" panose="020B0609020000020004" pitchFamily="49" charset="0"/>
                <a:cs typeface="Cascadia Code" panose="020B0609020000020004" pitchFamily="49" charset="0"/>
              </a:endParaRPr>
            </a:p>
            <a:p>
              <a:pPr marL="569913" indent="-280988"/>
              <a:r>
                <a:rPr lang="en-US">
                  <a:solidFill>
                    <a:schemeClr val="bg1"/>
                  </a:solidFill>
                  <a:latin typeface="Cascadia Code" panose="020B0609020000020004" pitchFamily="49" charset="0"/>
                  <a:cs typeface="Cascadia Code" panose="020B0609020000020004" pitchFamily="49" charset="0"/>
                </a:rPr>
                <a:t>	</a:t>
              </a:r>
              <a:r>
                <a:rPr lang="en-US" err="1">
                  <a:solidFill>
                    <a:srgbClr val="A5CB83"/>
                  </a:solidFill>
                  <a:latin typeface="Cascadia Code" panose="020B0609020000020004" pitchFamily="49" charset="0"/>
                  <a:cs typeface="Cascadia Code" panose="020B0609020000020004" pitchFamily="49" charset="0"/>
                </a:rPr>
                <a:t>ggplot</a:t>
              </a:r>
              <a:r>
                <a:rPr lang="en-US">
                  <a:solidFill>
                    <a:schemeClr val="bg1"/>
                  </a:solidFill>
                  <a:latin typeface="Cascadia Code" panose="020B0609020000020004" pitchFamily="49" charset="0"/>
                  <a:cs typeface="Cascadia Code" panose="020B0609020000020004" pitchFamily="49" charset="0"/>
                </a:rPr>
                <a:t>(</a:t>
              </a:r>
            </a:p>
            <a:p>
              <a:pPr marL="569913" indent="-280988"/>
              <a:r>
                <a:rPr lang="en-US">
                  <a:solidFill>
                    <a:srgbClr val="A5CB83"/>
                  </a:solidFill>
                  <a:latin typeface="Cascadia Code" panose="020B0609020000020004" pitchFamily="49" charset="0"/>
                  <a:cs typeface="Cascadia Code" panose="020B0609020000020004" pitchFamily="49" charset="0"/>
                </a:rPr>
                <a:t>		</a:t>
              </a:r>
              <a:r>
                <a:rPr lang="en-US" err="1">
                  <a:solidFill>
                    <a:srgbClr val="A5CB83"/>
                  </a:solidFill>
                  <a:latin typeface="Cascadia Code" panose="020B0609020000020004" pitchFamily="49" charset="0"/>
                  <a:cs typeface="Cascadia Code" panose="020B0609020000020004" pitchFamily="49" charset="0"/>
                </a:rPr>
                <a:t>aes</a:t>
              </a:r>
              <a:r>
                <a:rPr lang="en-US">
                  <a:solidFill>
                    <a:schemeClr val="bg1"/>
                  </a:solidFill>
                  <a:latin typeface="Cascadia Code" panose="020B0609020000020004" pitchFamily="49" charset="0"/>
                  <a:cs typeface="Cascadia Code" panose="020B0609020000020004" pitchFamily="49" charset="0"/>
                </a:rPr>
                <a:t>(x = draw, fill = condition)</a:t>
              </a:r>
            </a:p>
            <a:p>
              <a:pPr marL="569913" indent="-280988"/>
              <a:r>
                <a:rPr lang="en-US">
                  <a:solidFill>
                    <a:srgbClr val="A5CB83"/>
                  </a:solidFill>
                  <a:latin typeface="Cascadia Code" panose="020B0609020000020004" pitchFamily="49" charset="0"/>
                  <a:cs typeface="Cascadia Code" panose="020B0609020000020004" pitchFamily="49" charset="0"/>
                </a:rPr>
                <a:t>	</a:t>
              </a:r>
              <a:r>
                <a:rPr lang="en-US">
                  <a:solidFill>
                    <a:schemeClr val="bg1"/>
                  </a:solidFill>
                  <a:latin typeface="Cascadia Code" panose="020B0609020000020004" pitchFamily="49" charset="0"/>
                  <a:cs typeface="Cascadia Code" panose="020B0609020000020004" pitchFamily="49" charset="0"/>
                </a:rPr>
                <a:t>) +</a:t>
              </a:r>
            </a:p>
            <a:p>
              <a:pPr marL="569913" indent="-280988"/>
              <a:r>
                <a:rPr lang="en-US">
                  <a:solidFill>
                    <a:srgbClr val="A5CB83"/>
                  </a:solidFill>
                  <a:latin typeface="Cascadia Code" panose="020B0609020000020004" pitchFamily="49" charset="0"/>
                  <a:cs typeface="Cascadia Code" panose="020B0609020000020004" pitchFamily="49" charset="0"/>
                </a:rPr>
                <a:t>	</a:t>
              </a:r>
              <a:r>
                <a:rPr lang="en-US" err="1">
                  <a:solidFill>
                    <a:srgbClr val="A5CB83"/>
                  </a:solidFill>
                  <a:latin typeface="Cascadia Code" panose="020B0609020000020004" pitchFamily="49" charset="0"/>
                  <a:cs typeface="Cascadia Code" panose="020B0609020000020004" pitchFamily="49" charset="0"/>
                </a:rPr>
                <a:t>stat_halfeye</a:t>
              </a:r>
              <a:r>
                <a:rPr lang="en-US">
                  <a:solidFill>
                    <a:schemeClr val="bg1"/>
                  </a:solidFill>
                  <a:latin typeface="Cascadia Code" panose="020B0609020000020004" pitchFamily="49" charset="0"/>
                  <a:cs typeface="Cascadia Code" panose="020B0609020000020004" pitchFamily="49" charset="0"/>
                </a:rPr>
                <a:t>() +	</a:t>
              </a:r>
            </a:p>
            <a:p>
              <a:pPr marL="569913" indent="-280988"/>
              <a:r>
                <a:rPr lang="en-US">
                  <a:solidFill>
                    <a:schemeClr val="bg1"/>
                  </a:solidFill>
                  <a:latin typeface="Cascadia Code" panose="020B0609020000020004" pitchFamily="49" charset="0"/>
                  <a:cs typeface="Cascadia Code" panose="020B0609020000020004" pitchFamily="49" charset="0"/>
                </a:rPr>
                <a:t>	</a:t>
              </a:r>
              <a:r>
                <a:rPr lang="en-US" err="1">
                  <a:solidFill>
                    <a:schemeClr val="bg2">
                      <a:lumMod val="75000"/>
                    </a:schemeClr>
                  </a:solidFill>
                  <a:latin typeface="Cascadia Code" panose="020B0609020000020004" pitchFamily="49" charset="0"/>
                  <a:cs typeface="Cascadia Code" panose="020B0609020000020004" pitchFamily="49" charset="0"/>
                </a:rPr>
                <a:t>theme_stuff</a:t>
              </a:r>
              <a:r>
                <a:rPr lang="en-US">
                  <a:solidFill>
                    <a:schemeClr val="bg2">
                      <a:lumMod val="75000"/>
                    </a:schemeClr>
                  </a:solidFill>
                  <a:latin typeface="Cascadia Code" panose="020B0609020000020004" pitchFamily="49" charset="0"/>
                  <a:cs typeface="Cascadia Code" panose="020B0609020000020004" pitchFamily="49" charset="0"/>
                </a:rPr>
                <a:t>()</a:t>
              </a:r>
            </a:p>
          </p:txBody>
        </p:sp>
        <p:pic>
          <p:nvPicPr>
            <p:cNvPr id="7" name="Picture 6">
              <a:extLst>
                <a:ext uri="{FF2B5EF4-FFF2-40B4-BE49-F238E27FC236}">
                  <a16:creationId xmlns:a16="http://schemas.microsoft.com/office/drawing/2014/main" id="{E7AD4885-0F40-D087-FB51-77CAF33348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9784" y="2206899"/>
              <a:ext cx="5061557" cy="4049245"/>
            </a:xfrm>
            <a:prstGeom prst="rect">
              <a:avLst/>
            </a:prstGeom>
          </p:spPr>
        </p:pic>
      </p:grpSp>
      <p:pic>
        <p:nvPicPr>
          <p:cNvPr id="11" name="Online Image Placeholder 6">
            <a:extLst>
              <a:ext uri="{FF2B5EF4-FFF2-40B4-BE49-F238E27FC236}">
                <a16:creationId xmlns:a16="http://schemas.microsoft.com/office/drawing/2014/main" id="{8F29DDEE-A220-E9FA-9A90-24607D7D8166}"/>
              </a:ext>
            </a:extLst>
          </p:cNvPr>
          <p:cNvPicPr>
            <a:picLocks noChangeAspect="1"/>
          </p:cNvPicPr>
          <p:nvPr/>
        </p:nvPicPr>
        <p:blipFill rotWithShape="1">
          <a:blip>
            <a:extLst>
              <a:ext uri="{96DAC541-7B7A-43D3-8B79-37D633B846F1}">
                <asvg:svgBlip xmlns:asvg="http://schemas.microsoft.com/office/drawing/2016/SVG/main" r:embed="rId4"/>
              </a:ext>
            </a:extLst>
          </a:blip>
          <a:srcRect t="10015" b="12766"/>
          <a:stretch>
            <a:fillRect/>
          </a:stretch>
        </p:blipFill>
        <p:spPr>
          <a:xfrm>
            <a:off x="8900710" y="251209"/>
            <a:ext cx="2169607" cy="884255"/>
          </a:xfrm>
          <a:prstGeom prst="rect">
            <a:avLst/>
          </a:prstGeom>
        </p:spPr>
      </p:pic>
    </p:spTree>
    <p:extLst>
      <p:ext uri="{BB962C8B-B14F-4D97-AF65-F5344CB8AC3E}">
        <p14:creationId xmlns:p14="http://schemas.microsoft.com/office/powerpoint/2010/main" val="3254536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0F14F-DFEA-FB60-D389-FE0401A06B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33F85B-3018-0919-C9F3-508FA7762050}"/>
              </a:ext>
            </a:extLst>
          </p:cNvPr>
          <p:cNvSpPr>
            <a:spLocks noGrp="1"/>
          </p:cNvSpPr>
          <p:nvPr>
            <p:ph idx="1"/>
          </p:nvPr>
        </p:nvSpPr>
        <p:spPr/>
        <p:txBody>
          <a:bodyPr>
            <a:normAutofit/>
          </a:bodyPr>
          <a:lstStyle/>
          <a:p>
            <a:r>
              <a:rPr lang="en-US" sz="2400" dirty="0"/>
              <a:t>Get the treatment effect as its own distribution</a:t>
            </a:r>
          </a:p>
        </p:txBody>
      </p:sp>
      <p:sp>
        <p:nvSpPr>
          <p:cNvPr id="3" name="Title 2">
            <a:extLst>
              <a:ext uri="{FF2B5EF4-FFF2-40B4-BE49-F238E27FC236}">
                <a16:creationId xmlns:a16="http://schemas.microsoft.com/office/drawing/2014/main" id="{9CBEF579-1AAE-A965-A3AB-5E5ACFA669B9}"/>
              </a:ext>
            </a:extLst>
          </p:cNvPr>
          <p:cNvSpPr>
            <a:spLocks noGrp="1"/>
          </p:cNvSpPr>
          <p:nvPr>
            <p:ph type="ctrTitle"/>
          </p:nvPr>
        </p:nvSpPr>
        <p:spPr/>
        <p:txBody>
          <a:bodyPr/>
          <a:lstStyle/>
          <a:p>
            <a:r>
              <a:rPr lang="en-US" dirty="0"/>
              <a:t>Bayesian</a:t>
            </a:r>
          </a:p>
        </p:txBody>
      </p:sp>
      <p:sp>
        <p:nvSpPr>
          <p:cNvPr id="4" name="Date Placeholder 3">
            <a:extLst>
              <a:ext uri="{FF2B5EF4-FFF2-40B4-BE49-F238E27FC236}">
                <a16:creationId xmlns:a16="http://schemas.microsoft.com/office/drawing/2014/main" id="{CCFD46C8-AA51-9CF6-499D-3EEB528772E2}"/>
              </a:ext>
            </a:extLst>
          </p:cNvPr>
          <p:cNvSpPr>
            <a:spLocks noGrp="1"/>
          </p:cNvSpPr>
          <p:nvPr>
            <p:ph type="dt" sz="half" idx="10"/>
          </p:nvPr>
        </p:nvSpPr>
        <p:spPr/>
        <p:txBody>
          <a:bodyPr/>
          <a:lstStyle/>
          <a:p>
            <a:fld id="{403F6159-7C2D-49AA-BA55-C4F81030DC8C}" type="datetime1">
              <a:rPr lang="en-US" smtClean="0"/>
              <a:pPr/>
              <a:t>10/7/2026</a:t>
            </a:fld>
            <a:endParaRPr lang="en-US" i="1"/>
          </a:p>
        </p:txBody>
      </p:sp>
      <p:sp>
        <p:nvSpPr>
          <p:cNvPr id="8" name="Rectangle 7">
            <a:extLst>
              <a:ext uri="{FF2B5EF4-FFF2-40B4-BE49-F238E27FC236}">
                <a16:creationId xmlns:a16="http://schemas.microsoft.com/office/drawing/2014/main" id="{49F88072-CCCB-2E8E-55F5-305FE26DFB0A}"/>
              </a:ext>
            </a:extLst>
          </p:cNvPr>
          <p:cNvSpPr/>
          <p:nvPr/>
        </p:nvSpPr>
        <p:spPr>
          <a:xfrm>
            <a:off x="838201" y="2659972"/>
            <a:ext cx="4822370" cy="2963588"/>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6263" indent="-287338"/>
            <a:r>
              <a:rPr lang="en-US" dirty="0">
                <a:solidFill>
                  <a:schemeClr val="bg1"/>
                </a:solidFill>
                <a:latin typeface="Cascadia Code" panose="020B0609020000020004" pitchFamily="49" charset="0"/>
                <a:cs typeface="Cascadia Code" panose="020B0609020000020004" pitchFamily="49" charset="0"/>
              </a:rPr>
              <a:t>preds &lt;- </a:t>
            </a:r>
            <a:r>
              <a:rPr lang="en-US" dirty="0" err="1">
                <a:solidFill>
                  <a:srgbClr val="A5CB83"/>
                </a:solidFill>
                <a:latin typeface="Cascadia Code" panose="020B0609020000020004" pitchFamily="49" charset="0"/>
                <a:cs typeface="Cascadia Code" panose="020B0609020000020004" pitchFamily="49" charset="0"/>
              </a:rPr>
              <a:t>avg_comparisons</a:t>
            </a:r>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brm_model</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variables = </a:t>
            </a:r>
            <a:r>
              <a:rPr lang="en-US" dirty="0">
                <a:solidFill>
                  <a:srgbClr val="FFFF99"/>
                </a:solidFill>
                <a:latin typeface="Cascadia Code" panose="020B0609020000020004" pitchFamily="49" charset="0"/>
                <a:cs typeface="Cascadia Code" panose="020B0609020000020004" pitchFamily="49" charset="0"/>
              </a:rPr>
              <a:t>'condition'</a:t>
            </a:r>
            <a:r>
              <a:rPr lang="en-US" dirty="0">
                <a:solidFill>
                  <a:schemeClr val="bg1"/>
                </a:solidFill>
                <a:latin typeface="Cascadia Code" panose="020B0609020000020004" pitchFamily="49" charset="0"/>
                <a:cs typeface="Cascadia Code" panose="020B0609020000020004" pitchFamily="49" charset="0"/>
              </a:rPr>
              <a: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1"/>
                </a:solidFill>
                <a:latin typeface="Cascadia Code" panose="020B0609020000020004" pitchFamily="49" charset="0"/>
                <a:cs typeface="Cascadia Code" panose="020B0609020000020004" pitchFamily="49" charset="0"/>
              </a:rPr>
              <a:t>re_formula</a:t>
            </a:r>
            <a:r>
              <a:rPr lang="en-US" dirty="0">
                <a:solidFill>
                  <a:schemeClr val="bg1"/>
                </a:solidFill>
                <a:latin typeface="Cascadia Code" panose="020B0609020000020004" pitchFamily="49" charset="0"/>
                <a:cs typeface="Cascadia Code" panose="020B0609020000020004" pitchFamily="49" charset="0"/>
              </a:rPr>
              <a:t> = </a:t>
            </a:r>
            <a:r>
              <a:rPr lang="en-US" dirty="0">
                <a:solidFill>
                  <a:schemeClr val="accent5">
                    <a:lumMod val="40000"/>
                    <a:lumOff val="60000"/>
                  </a:schemeClr>
                </a:solidFill>
                <a:latin typeface="Cascadia Code" panose="020B0609020000020004" pitchFamily="49" charset="0"/>
                <a:cs typeface="Cascadia Code" panose="020B0609020000020004" pitchFamily="49" charset="0"/>
              </a:rPr>
              <a:t>NULL</a:t>
            </a:r>
          </a:p>
          <a:p>
            <a:pPr marL="576263" indent="-287338"/>
            <a:r>
              <a:rPr lang="en-US" dirty="0">
                <a:solidFill>
                  <a:schemeClr val="bg1"/>
                </a:solidFill>
                <a:latin typeface="Cascadia Code" panose="020B0609020000020004" pitchFamily="49" charset="0"/>
                <a:cs typeface="Cascadia Code" panose="020B0609020000020004" pitchFamily="49" charset="0"/>
              </a:rPr>
              <a:t>) |&gt;</a:t>
            </a:r>
          </a:p>
          <a:p>
            <a:pPr marL="576263" indent="-28733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posterior_draws</a:t>
            </a:r>
            <a:r>
              <a:rPr lang="en-US" dirty="0">
                <a:solidFill>
                  <a:schemeClr val="bg1"/>
                </a:solidFill>
                <a:latin typeface="Cascadia Code" panose="020B0609020000020004" pitchFamily="49" charset="0"/>
                <a:cs typeface="Cascadia Code" panose="020B0609020000020004" pitchFamily="49" charset="0"/>
              </a:rPr>
              <a:t>()</a:t>
            </a:r>
          </a:p>
        </p:txBody>
      </p:sp>
      <p:sp>
        <p:nvSpPr>
          <p:cNvPr id="10" name="Rectangle 9">
            <a:extLst>
              <a:ext uri="{FF2B5EF4-FFF2-40B4-BE49-F238E27FC236}">
                <a16:creationId xmlns:a16="http://schemas.microsoft.com/office/drawing/2014/main" id="{8507907C-CB4C-2AAC-1BAB-AFA5063AF0D1}"/>
              </a:ext>
            </a:extLst>
          </p:cNvPr>
          <p:cNvSpPr/>
          <p:nvPr/>
        </p:nvSpPr>
        <p:spPr>
          <a:xfrm>
            <a:off x="838200" y="2252467"/>
            <a:ext cx="1368287" cy="407505"/>
          </a:xfrm>
          <a:prstGeom prst="rect">
            <a:avLst/>
          </a:prstGeom>
          <a:solidFill>
            <a:srgbClr val="9B5F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code</a:t>
            </a:r>
          </a:p>
        </p:txBody>
      </p:sp>
      <p:sp>
        <p:nvSpPr>
          <p:cNvPr id="12" name="Rectangle 11">
            <a:extLst>
              <a:ext uri="{FF2B5EF4-FFF2-40B4-BE49-F238E27FC236}">
                <a16:creationId xmlns:a16="http://schemas.microsoft.com/office/drawing/2014/main" id="{63828825-2C06-89B7-C9E0-E5A2FA460119}"/>
              </a:ext>
            </a:extLst>
          </p:cNvPr>
          <p:cNvSpPr/>
          <p:nvPr/>
        </p:nvSpPr>
        <p:spPr>
          <a:xfrm>
            <a:off x="6096000" y="2113726"/>
            <a:ext cx="5257799" cy="4235593"/>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14400" indent="-625475" algn="r"/>
            <a:endParaRPr lang="en-US">
              <a:latin typeface="Cascadia Code" panose="020B0609020000020004" pitchFamily="49" charset="0"/>
              <a:cs typeface="Cascadia Code" panose="020B0609020000020004" pitchFamily="49" charset="0"/>
            </a:endParaRPr>
          </a:p>
        </p:txBody>
      </p:sp>
      <p:sp>
        <p:nvSpPr>
          <p:cNvPr id="14" name="Rectangle 13">
            <a:extLst>
              <a:ext uri="{FF2B5EF4-FFF2-40B4-BE49-F238E27FC236}">
                <a16:creationId xmlns:a16="http://schemas.microsoft.com/office/drawing/2014/main" id="{F7A1B93F-BAFF-C1C3-C583-DEE9CF1A3AB8}"/>
              </a:ext>
            </a:extLst>
          </p:cNvPr>
          <p:cNvSpPr/>
          <p:nvPr/>
        </p:nvSpPr>
        <p:spPr>
          <a:xfrm>
            <a:off x="9985514" y="1713251"/>
            <a:ext cx="1368287" cy="407505"/>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latin typeface="Raleway" pitchFamily="2" charset="0"/>
                <a:ea typeface="Noto Sans" panose="020B0502040504020204" pitchFamily="34" charset="0"/>
                <a:cs typeface="Noto Sans" panose="020B0502040504020204" pitchFamily="34" charset="0"/>
              </a:rPr>
              <a:t>&gt;  output</a:t>
            </a:r>
          </a:p>
        </p:txBody>
      </p:sp>
      <p:grpSp>
        <p:nvGrpSpPr>
          <p:cNvPr id="9" name="Group 8">
            <a:extLst>
              <a:ext uri="{FF2B5EF4-FFF2-40B4-BE49-F238E27FC236}">
                <a16:creationId xmlns:a16="http://schemas.microsoft.com/office/drawing/2014/main" id="{F6471223-93AA-7E17-C3D0-C7C055C9C255}"/>
              </a:ext>
            </a:extLst>
          </p:cNvPr>
          <p:cNvGrpSpPr/>
          <p:nvPr/>
        </p:nvGrpSpPr>
        <p:grpSpPr>
          <a:xfrm>
            <a:off x="838199" y="2210415"/>
            <a:ext cx="10413141" cy="4049245"/>
            <a:chOff x="838199" y="2206899"/>
            <a:chExt cx="10413141" cy="4049245"/>
          </a:xfrm>
        </p:grpSpPr>
        <p:sp>
          <p:nvSpPr>
            <p:cNvPr id="5" name="Rectangle 4">
              <a:extLst>
                <a:ext uri="{FF2B5EF4-FFF2-40B4-BE49-F238E27FC236}">
                  <a16:creationId xmlns:a16="http://schemas.microsoft.com/office/drawing/2014/main" id="{318AB454-1C3A-5E6B-42B2-2364664CCEBD}"/>
                </a:ext>
              </a:extLst>
            </p:cNvPr>
            <p:cNvSpPr/>
            <p:nvPr/>
          </p:nvSpPr>
          <p:spPr>
            <a:xfrm>
              <a:off x="838199" y="2659972"/>
              <a:ext cx="5257799" cy="2963588"/>
            </a:xfrm>
            <a:prstGeom prst="rect">
              <a:avLst/>
            </a:prstGeom>
            <a:solidFill>
              <a:srgbClr val="6B41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69913" indent="-280988"/>
              <a:r>
                <a:rPr lang="en-US" dirty="0">
                  <a:solidFill>
                    <a:schemeClr val="bg1"/>
                  </a:solidFill>
                  <a:latin typeface="Cascadia Code" panose="020B0609020000020004" pitchFamily="49" charset="0"/>
                  <a:cs typeface="Cascadia Code" panose="020B0609020000020004" pitchFamily="49" charset="0"/>
                </a:rPr>
                <a:t>preds |&gt;</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ggplot</a:t>
              </a:r>
              <a:r>
                <a:rPr lang="en-US" dirty="0">
                  <a:solidFill>
                    <a:schemeClr val="bg1"/>
                  </a:solidFill>
                  <a:latin typeface="Cascadia Code" panose="020B0609020000020004" pitchFamily="49" charset="0"/>
                  <a:cs typeface="Cascadia Code" panose="020B0609020000020004" pitchFamily="49" charset="0"/>
                </a:rPr>
                <a:t>(</a:t>
              </a:r>
            </a:p>
            <a:p>
              <a:pPr marL="569913" indent="-280988"/>
              <a:r>
                <a:rPr lang="en-US" dirty="0">
                  <a:solidFill>
                    <a:srgbClr val="A5CB83"/>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aes</a:t>
              </a:r>
              <a:r>
                <a:rPr lang="en-US" dirty="0">
                  <a:solidFill>
                    <a:schemeClr val="bg1"/>
                  </a:solidFill>
                  <a:latin typeface="Cascadia Code" panose="020B0609020000020004" pitchFamily="49" charset="0"/>
                  <a:cs typeface="Cascadia Code" panose="020B0609020000020004" pitchFamily="49" charset="0"/>
                </a:rPr>
                <a:t>(x = draw, fill = condition)</a:t>
              </a:r>
            </a:p>
            <a:p>
              <a:pPr marL="569913" indent="-280988"/>
              <a:r>
                <a:rPr lang="en-US" dirty="0">
                  <a:solidFill>
                    <a:srgbClr val="A5CB83"/>
                  </a:solidFill>
                  <a:latin typeface="Cascadia Code" panose="020B0609020000020004" pitchFamily="49" charset="0"/>
                  <a:cs typeface="Cascadia Code" panose="020B0609020000020004" pitchFamily="49" charset="0"/>
                </a:rPr>
                <a:t>	</a:t>
              </a:r>
              <a:r>
                <a:rPr lang="en-US" dirty="0">
                  <a:solidFill>
                    <a:schemeClr val="bg1"/>
                  </a:solidFill>
                  <a:latin typeface="Cascadia Code" panose="020B0609020000020004" pitchFamily="49" charset="0"/>
                  <a:cs typeface="Cascadia Code" panose="020B0609020000020004" pitchFamily="49" charset="0"/>
                </a:rPr>
                <a:t>) +</a:t>
              </a:r>
            </a:p>
            <a:p>
              <a:pPr marL="569913" indent="-280988"/>
              <a:r>
                <a:rPr lang="en-US" dirty="0">
                  <a:solidFill>
                    <a:srgbClr val="A5CB83"/>
                  </a:solidFill>
                  <a:latin typeface="Cascadia Code" panose="020B0609020000020004" pitchFamily="49" charset="0"/>
                  <a:cs typeface="Cascadia Code" panose="020B0609020000020004" pitchFamily="49" charset="0"/>
                </a:rPr>
                <a:t>	</a:t>
              </a:r>
              <a:r>
                <a:rPr lang="en-US" dirty="0" err="1">
                  <a:solidFill>
                    <a:srgbClr val="A5CB83"/>
                  </a:solidFill>
                  <a:latin typeface="Cascadia Code" panose="020B0609020000020004" pitchFamily="49" charset="0"/>
                  <a:cs typeface="Cascadia Code" panose="020B0609020000020004" pitchFamily="49" charset="0"/>
                </a:rPr>
                <a:t>stat_halfeye</a:t>
              </a:r>
              <a:r>
                <a:rPr lang="en-US" dirty="0">
                  <a:solidFill>
                    <a:schemeClr val="bg1"/>
                  </a:solidFill>
                  <a:latin typeface="Cascadia Code" panose="020B0609020000020004" pitchFamily="49" charset="0"/>
                  <a:cs typeface="Cascadia Code" panose="020B0609020000020004" pitchFamily="49" charset="0"/>
                </a:rPr>
                <a:t>() +	</a:t>
              </a:r>
            </a:p>
            <a:p>
              <a:pPr marL="569913" indent="-280988"/>
              <a:r>
                <a:rPr lang="en-US" dirty="0">
                  <a:solidFill>
                    <a:schemeClr val="bg1"/>
                  </a:solidFill>
                  <a:latin typeface="Cascadia Code" panose="020B0609020000020004" pitchFamily="49" charset="0"/>
                  <a:cs typeface="Cascadia Code" panose="020B0609020000020004" pitchFamily="49" charset="0"/>
                </a:rPr>
                <a:t>	</a:t>
              </a:r>
              <a:r>
                <a:rPr lang="en-US" dirty="0" err="1">
                  <a:solidFill>
                    <a:schemeClr val="bg2">
                      <a:lumMod val="75000"/>
                    </a:schemeClr>
                  </a:solidFill>
                  <a:latin typeface="Cascadia Code" panose="020B0609020000020004" pitchFamily="49" charset="0"/>
                  <a:cs typeface="Cascadia Code" panose="020B0609020000020004" pitchFamily="49" charset="0"/>
                </a:rPr>
                <a:t>theme_stuff</a:t>
              </a:r>
              <a:r>
                <a:rPr lang="en-US" dirty="0">
                  <a:solidFill>
                    <a:schemeClr val="bg2">
                      <a:lumMod val="75000"/>
                    </a:schemeClr>
                  </a:solidFill>
                  <a:latin typeface="Cascadia Code" panose="020B0609020000020004" pitchFamily="49" charset="0"/>
                  <a:cs typeface="Cascadia Code" panose="020B0609020000020004" pitchFamily="49" charset="0"/>
                </a:rPr>
                <a:t>()</a:t>
              </a:r>
            </a:p>
          </p:txBody>
        </p:sp>
        <p:pic>
          <p:nvPicPr>
            <p:cNvPr id="7" name="Picture 6">
              <a:extLst>
                <a:ext uri="{FF2B5EF4-FFF2-40B4-BE49-F238E27FC236}">
                  <a16:creationId xmlns:a16="http://schemas.microsoft.com/office/drawing/2014/main" id="{1969E86D-A68D-D9E8-6386-5067CC20800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89784" y="2206899"/>
              <a:ext cx="5061556" cy="4049245"/>
            </a:xfrm>
            <a:prstGeom prst="rect">
              <a:avLst/>
            </a:prstGeom>
          </p:spPr>
        </p:pic>
      </p:grpSp>
      <p:pic>
        <p:nvPicPr>
          <p:cNvPr id="11" name="Online Image Placeholder 6">
            <a:extLst>
              <a:ext uri="{FF2B5EF4-FFF2-40B4-BE49-F238E27FC236}">
                <a16:creationId xmlns:a16="http://schemas.microsoft.com/office/drawing/2014/main" id="{0AF12B44-68AF-42A9-227D-4495B5044DD5}"/>
              </a:ext>
            </a:extLst>
          </p:cNvPr>
          <p:cNvPicPr>
            <a:picLocks noChangeAspect="1"/>
          </p:cNvPicPr>
          <p:nvPr/>
        </p:nvPicPr>
        <p:blipFill rotWithShape="1">
          <a:blip>
            <a:extLst>
              <a:ext uri="{96DAC541-7B7A-43D3-8B79-37D633B846F1}">
                <asvg:svgBlip xmlns:asvg="http://schemas.microsoft.com/office/drawing/2016/SVG/main" r:embed="rId4"/>
              </a:ext>
            </a:extLst>
          </a:blip>
          <a:srcRect t="10015" b="12766"/>
          <a:stretch>
            <a:fillRect/>
          </a:stretch>
        </p:blipFill>
        <p:spPr>
          <a:xfrm>
            <a:off x="8900710" y="251209"/>
            <a:ext cx="2169607" cy="884255"/>
          </a:xfrm>
          <a:prstGeom prst="rect">
            <a:avLst/>
          </a:prstGeom>
        </p:spPr>
      </p:pic>
    </p:spTree>
    <p:extLst>
      <p:ext uri="{BB962C8B-B14F-4D97-AF65-F5344CB8AC3E}">
        <p14:creationId xmlns:p14="http://schemas.microsoft.com/office/powerpoint/2010/main" val="619637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6A1E72-F924-4613-95B6-58E1947AC77E}"/>
              </a:ext>
            </a:extLst>
          </p:cNvPr>
          <p:cNvSpPr>
            <a:spLocks noGrp="1"/>
          </p:cNvSpPr>
          <p:nvPr>
            <p:ph idx="1"/>
          </p:nvPr>
        </p:nvSpPr>
        <p:spPr/>
        <p:txBody>
          <a:bodyPr/>
          <a:lstStyle/>
          <a:p>
            <a:r>
              <a:rPr lang="en-US" dirty="0"/>
              <a:t>Work with your model like you’re curious about what it does</a:t>
            </a:r>
          </a:p>
          <a:p>
            <a:pPr lvl="1"/>
            <a:r>
              <a:rPr lang="en-US" dirty="0"/>
              <a:t>Flip its switches and move its sliders one at a time and visualize what it comes up with</a:t>
            </a:r>
          </a:p>
          <a:p>
            <a:r>
              <a:rPr lang="en-US" dirty="0"/>
              <a:t>We can accomplish this with models we fit in R with </a:t>
            </a:r>
            <a:r>
              <a:rPr lang="en-US" dirty="0" err="1">
                <a:latin typeface="Cascadia Code" panose="020B0609020000020004" pitchFamily="49" charset="0"/>
                <a:cs typeface="Cascadia Code" panose="020B0609020000020004" pitchFamily="49" charset="0"/>
              </a:rPr>
              <a:t>marginaleffects</a:t>
            </a:r>
            <a:r>
              <a:rPr lang="en-US" dirty="0"/>
              <a:t> and </a:t>
            </a:r>
            <a:r>
              <a:rPr lang="en-US" dirty="0" err="1">
                <a:latin typeface="Cascadia Code" panose="020B0609020000020004" pitchFamily="49" charset="0"/>
                <a:cs typeface="Cascadia Code" panose="020B0609020000020004" pitchFamily="49" charset="0"/>
              </a:rPr>
              <a:t>emmeans</a:t>
            </a:r>
            <a:endParaRPr lang="en-US" dirty="0">
              <a:latin typeface="Cascadia Code" panose="020B0609020000020004" pitchFamily="49" charset="0"/>
              <a:cs typeface="Cascadia Code" panose="020B0609020000020004" pitchFamily="49" charset="0"/>
            </a:endParaRPr>
          </a:p>
          <a:p>
            <a:r>
              <a:rPr lang="en-US" dirty="0"/>
              <a:t>Additional info and source code can be found in the </a:t>
            </a:r>
            <a:r>
              <a:rPr lang="en-US" dirty="0" err="1"/>
              <a:t>github</a:t>
            </a:r>
            <a:r>
              <a:rPr lang="en-US" dirty="0"/>
              <a:t> link Morgan sent along in the announcement email! </a:t>
            </a:r>
          </a:p>
        </p:txBody>
      </p:sp>
      <p:sp>
        <p:nvSpPr>
          <p:cNvPr id="3" name="Title 2">
            <a:extLst>
              <a:ext uri="{FF2B5EF4-FFF2-40B4-BE49-F238E27FC236}">
                <a16:creationId xmlns:a16="http://schemas.microsoft.com/office/drawing/2014/main" id="{8DB74F5F-8A48-1D74-96F7-EB676E5D9272}"/>
              </a:ext>
            </a:extLst>
          </p:cNvPr>
          <p:cNvSpPr>
            <a:spLocks noGrp="1"/>
          </p:cNvSpPr>
          <p:nvPr>
            <p:ph type="ctrTitle"/>
          </p:nvPr>
        </p:nvSpPr>
        <p:spPr/>
        <p:txBody>
          <a:bodyPr/>
          <a:lstStyle/>
          <a:p>
            <a:r>
              <a:rPr lang="en-US" dirty="0"/>
              <a:t>Takeaways</a:t>
            </a:r>
          </a:p>
        </p:txBody>
      </p:sp>
      <p:sp>
        <p:nvSpPr>
          <p:cNvPr id="4" name="Date Placeholder 3">
            <a:extLst>
              <a:ext uri="{FF2B5EF4-FFF2-40B4-BE49-F238E27FC236}">
                <a16:creationId xmlns:a16="http://schemas.microsoft.com/office/drawing/2014/main" id="{22BDB8C6-A8D8-3FA1-4608-AC66849D399E}"/>
              </a:ext>
            </a:extLst>
          </p:cNvPr>
          <p:cNvSpPr>
            <a:spLocks noGrp="1"/>
          </p:cNvSpPr>
          <p:nvPr>
            <p:ph type="dt" sz="half" idx="10"/>
          </p:nvPr>
        </p:nvSpPr>
        <p:spPr/>
        <p:txBody>
          <a:bodyPr/>
          <a:lstStyle/>
          <a:p>
            <a:fld id="{403F6159-7C2D-49AA-BA55-C4F81030DC8C}" type="datetime1">
              <a:rPr lang="en-US" smtClean="0"/>
              <a:pPr/>
              <a:t>10/7/2026</a:t>
            </a:fld>
            <a:endParaRPr lang="en-US" i="1"/>
          </a:p>
        </p:txBody>
      </p:sp>
    </p:spTree>
    <p:extLst>
      <p:ext uri="{BB962C8B-B14F-4D97-AF65-F5344CB8AC3E}">
        <p14:creationId xmlns:p14="http://schemas.microsoft.com/office/powerpoint/2010/main" val="1330447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83EE65F3-5CF1-C415-974D-36A3F267EC16}"/>
              </a:ext>
            </a:extLst>
          </p:cNvPr>
          <p:cNvSpPr/>
          <p:nvPr/>
        </p:nvSpPr>
        <p:spPr>
          <a:xfrm>
            <a:off x="5259657" y="1133523"/>
            <a:ext cx="1672683" cy="1620774"/>
          </a:xfrm>
          <a:prstGeom prst="ellipse">
            <a:avLst/>
          </a:prstGeom>
          <a:gradFill flip="none" rotWithShape="1">
            <a:gsLst>
              <a:gs pos="0">
                <a:srgbClr val="FFFF66">
                  <a:alpha val="70000"/>
                </a:srgbClr>
              </a:gs>
              <a:gs pos="19000">
                <a:srgbClr val="FFFF99">
                  <a:alpha val="60000"/>
                </a:srgbClr>
              </a:gs>
              <a:gs pos="57000">
                <a:srgbClr val="FFFFCC">
                  <a:alpha val="20000"/>
                </a:srgbClr>
              </a:gs>
              <a:gs pos="10000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Online Image Placeholder 5">
            <a:extLst>
              <a:ext uri="{FF2B5EF4-FFF2-40B4-BE49-F238E27FC236}">
                <a16:creationId xmlns:a16="http://schemas.microsoft.com/office/drawing/2014/main" id="{24BDAD02-3DAC-1628-F9C8-3268B3978018}"/>
              </a:ext>
            </a:extLst>
          </p:cNvPr>
          <p:cNvPicPr>
            <a:picLocks noGrp="1" noChangeAspect="1"/>
          </p:cNvPicPr>
          <p:nvPr>
            <p:ph type="clipArt" sz="quarter" idx="13"/>
          </p:nvPr>
        </p:nvPicPr>
        <p:blipFill>
          <a:blip r:embed="rId2">
            <a:extLst>
              <a:ext uri="{28A0092B-C50C-407E-A947-70E740481C1C}">
                <a14:useLocalDpi xmlns:a14="http://schemas.microsoft.com/office/drawing/2010/main" val="0"/>
              </a:ext>
            </a:extLst>
          </a:blip>
          <a:stretch>
            <a:fillRect/>
          </a:stretch>
        </p:blipFill>
        <p:spPr>
          <a:xfrm>
            <a:off x="3858524" y="1500188"/>
            <a:ext cx="4474951" cy="4557712"/>
          </a:xfrm>
          <a:prstGeom prst="rect">
            <a:avLst/>
          </a:prstGeom>
        </p:spPr>
      </p:pic>
      <p:sp>
        <p:nvSpPr>
          <p:cNvPr id="3" name="Title 2">
            <a:extLst>
              <a:ext uri="{FF2B5EF4-FFF2-40B4-BE49-F238E27FC236}">
                <a16:creationId xmlns:a16="http://schemas.microsoft.com/office/drawing/2014/main" id="{4E9D29A1-63E6-8542-8EB0-0DA7CF086A78}"/>
              </a:ext>
            </a:extLst>
          </p:cNvPr>
          <p:cNvSpPr>
            <a:spLocks noGrp="1"/>
          </p:cNvSpPr>
          <p:nvPr>
            <p:ph type="ctrTitle"/>
          </p:nvPr>
        </p:nvSpPr>
        <p:spPr/>
        <p:txBody>
          <a:bodyPr/>
          <a:lstStyle/>
          <a:p>
            <a:r>
              <a:rPr lang="en-US" dirty="0"/>
              <a:t>Thank you!</a:t>
            </a:r>
          </a:p>
        </p:txBody>
      </p:sp>
      <p:sp>
        <p:nvSpPr>
          <p:cNvPr id="4" name="Date Placeholder 3">
            <a:extLst>
              <a:ext uri="{FF2B5EF4-FFF2-40B4-BE49-F238E27FC236}">
                <a16:creationId xmlns:a16="http://schemas.microsoft.com/office/drawing/2014/main" id="{C3BC4F14-1888-FF70-C6BE-9CC7BB064AAA}"/>
              </a:ext>
            </a:extLst>
          </p:cNvPr>
          <p:cNvSpPr>
            <a:spLocks noGrp="1"/>
          </p:cNvSpPr>
          <p:nvPr>
            <p:ph type="dt" sz="half" idx="10"/>
          </p:nvPr>
        </p:nvSpPr>
        <p:spPr/>
        <p:txBody>
          <a:bodyPr/>
          <a:lstStyle/>
          <a:p>
            <a:fld id="{403F6159-7C2D-49AA-BA55-C4F81030DC8C}" type="datetime1">
              <a:rPr lang="en-US" smtClean="0"/>
              <a:pPr/>
              <a:t>10/7/2026</a:t>
            </a:fld>
            <a:endParaRPr lang="en-US" i="1"/>
          </a:p>
        </p:txBody>
      </p:sp>
    </p:spTree>
    <p:extLst>
      <p:ext uri="{BB962C8B-B14F-4D97-AF65-F5344CB8AC3E}">
        <p14:creationId xmlns:p14="http://schemas.microsoft.com/office/powerpoint/2010/main" val="4090965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1811</TotalTime>
  <Words>2819</Words>
  <Application>Microsoft Office PowerPoint</Application>
  <PresentationFormat>Widescreen</PresentationFormat>
  <Paragraphs>422</Paragraphs>
  <Slides>32</Slides>
  <Notes>8</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Aptos</vt:lpstr>
      <vt:lpstr>Aptos Display</vt:lpstr>
      <vt:lpstr>Arial</vt:lpstr>
      <vt:lpstr>Cambria Math</vt:lpstr>
      <vt:lpstr>Cascadia Code</vt:lpstr>
      <vt:lpstr>Noto Sans</vt:lpstr>
      <vt:lpstr>PT Sans</vt:lpstr>
      <vt:lpstr>Raleway</vt:lpstr>
      <vt:lpstr>Raleway Black</vt:lpstr>
      <vt:lpstr>Office Theme</vt:lpstr>
      <vt:lpstr>Model to meaning</vt:lpstr>
      <vt:lpstr>Outline</vt:lpstr>
      <vt:lpstr>Events and encounters</vt:lpstr>
      <vt:lpstr>Simple model</vt:lpstr>
      <vt:lpstr>More complexity</vt:lpstr>
      <vt:lpstr>Research models</vt:lpstr>
      <vt:lpstr>The typical model</vt:lpstr>
      <vt:lpstr>Investigating the model</vt:lpstr>
      <vt:lpstr>Marginal effects</vt:lpstr>
      <vt:lpstr>Categorical contrasts</vt:lpstr>
      <vt:lpstr>True marginal effects</vt:lpstr>
      <vt:lpstr>Implementation</vt:lpstr>
      <vt:lpstr>Example model</vt:lpstr>
      <vt:lpstr>Example model results</vt:lpstr>
      <vt:lpstr>Contrasts</vt:lpstr>
      <vt:lpstr>Contrasts</vt:lpstr>
      <vt:lpstr>Contrasts</vt:lpstr>
      <vt:lpstr>Contrasts</vt:lpstr>
      <vt:lpstr>Why is this important?</vt:lpstr>
      <vt:lpstr>Contrasts</vt:lpstr>
      <vt:lpstr>Marginal effects</vt:lpstr>
      <vt:lpstr>Marginal effects</vt:lpstr>
      <vt:lpstr>Marginal effects</vt:lpstr>
      <vt:lpstr>Interactions</vt:lpstr>
      <vt:lpstr>Interactions</vt:lpstr>
      <vt:lpstr>Interactions</vt:lpstr>
      <vt:lpstr>Interactions</vt:lpstr>
      <vt:lpstr>Extras</vt:lpstr>
      <vt:lpstr>Bayesian</vt:lpstr>
      <vt:lpstr>Bayesian</vt:lpstr>
      <vt:lpstr>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Watson</dc:creator>
  <cp:lastModifiedBy>Luke Watson</cp:lastModifiedBy>
  <cp:revision>1</cp:revision>
  <dcterms:created xsi:type="dcterms:W3CDTF">2026-10-06T03:08:57Z</dcterms:created>
  <dcterms:modified xsi:type="dcterms:W3CDTF">2026-10-07T18:50:23Z</dcterms:modified>
</cp:coreProperties>
</file>